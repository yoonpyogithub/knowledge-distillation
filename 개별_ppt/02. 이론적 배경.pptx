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32116-D477-4ED5-8ACB-D4EAE5D90435}" v="16" dt="2026-06-06T10:57:52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Jung" userId="bf51f4929f8c5da5" providerId="LiveId" clId="{AD5579D5-5666-407A-8857-8FE230D843B5}"/>
    <pc:docChg chg="undo custSel addSld delSld modSld">
      <pc:chgData name="Ryan Jung" userId="bf51f4929f8c5da5" providerId="LiveId" clId="{AD5579D5-5666-407A-8857-8FE230D843B5}" dt="2026-06-06T10:58:37.458" v="448" actId="47"/>
      <pc:docMkLst>
        <pc:docMk/>
      </pc:docMkLst>
      <pc:sldChg chg="addSp delSp modSp mod">
        <pc:chgData name="Ryan Jung" userId="bf51f4929f8c5da5" providerId="LiveId" clId="{AD5579D5-5666-407A-8857-8FE230D843B5}" dt="2026-06-06T10:58:28.730" v="445" actId="478"/>
        <pc:sldMkLst>
          <pc:docMk/>
          <pc:sldMk cId="0" sldId="256"/>
        </pc:sldMkLst>
        <pc:spChg chg="del">
          <ac:chgData name="Ryan Jung" userId="bf51f4929f8c5da5" providerId="LiveId" clId="{AD5579D5-5666-407A-8857-8FE230D843B5}" dt="2026-06-06T10:57:27.689" v="402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yan Jung" userId="bf51f4929f8c5da5" providerId="LiveId" clId="{AD5579D5-5666-407A-8857-8FE230D843B5}" dt="2026-06-06T10:57:27.689" v="40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28.730" v="445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14.791" v="442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yan Jung" userId="bf51f4929f8c5da5" providerId="LiveId" clId="{AD5579D5-5666-407A-8857-8FE230D843B5}" dt="2026-06-06T10:56:46.712" v="373" actId="404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Ryan Jung" userId="bf51f4929f8c5da5" providerId="LiveId" clId="{AD5579D5-5666-407A-8857-8FE230D843B5}" dt="2026-06-06T10:56:25.346" v="370"/>
          <ac:spMkLst>
            <pc:docMk/>
            <pc:sldMk cId="0" sldId="256"/>
            <ac:spMk id="40" creationId="{0E77F4F5-7830-4D93-7B3A-4B1CEE8258CD}"/>
          </ac:spMkLst>
        </pc:spChg>
        <pc:spChg chg="add mod">
          <ac:chgData name="Ryan Jung" userId="bf51f4929f8c5da5" providerId="LiveId" clId="{AD5579D5-5666-407A-8857-8FE230D843B5}" dt="2026-06-06T10:56:25.346" v="370"/>
          <ac:spMkLst>
            <pc:docMk/>
            <pc:sldMk cId="0" sldId="256"/>
            <ac:spMk id="41" creationId="{6F0D137D-2D51-0B65-E209-832402C54BBC}"/>
          </ac:spMkLst>
        </pc:spChg>
        <pc:spChg chg="add mod">
          <ac:chgData name="Ryan Jung" userId="bf51f4929f8c5da5" providerId="LiveId" clId="{AD5579D5-5666-407A-8857-8FE230D843B5}" dt="2026-06-06T10:57:36.824" v="434" actId="20577"/>
          <ac:spMkLst>
            <pc:docMk/>
            <pc:sldMk cId="0" sldId="256"/>
            <ac:spMk id="42" creationId="{F02D178C-4D98-2E5D-A746-9383D28D5AA9}"/>
          </ac:spMkLst>
        </pc:spChg>
      </pc:sldChg>
      <pc:sldChg chg="addSp delSp modSp mod">
        <pc:chgData name="Ryan Jung" userId="bf51f4929f8c5da5" providerId="LiveId" clId="{AD5579D5-5666-407A-8857-8FE230D843B5}" dt="2026-06-06T10:58:31.226" v="446" actId="478"/>
        <pc:sldMkLst>
          <pc:docMk/>
          <pc:sldMk cId="0" sldId="257"/>
        </pc:sldMkLst>
        <pc:spChg chg="del">
          <ac:chgData name="Ryan Jung" userId="bf51f4929f8c5da5" providerId="LiveId" clId="{AD5579D5-5666-407A-8857-8FE230D843B5}" dt="2026-06-06T10:57:48.335" v="435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31.226" v="446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17.785" v="443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Ryan Jung" userId="bf51f4929f8c5da5" providerId="LiveId" clId="{AD5579D5-5666-407A-8857-8FE230D843B5}" dt="2026-06-06T10:56:53.414" v="376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Ryan Jung" userId="bf51f4929f8c5da5" providerId="LiveId" clId="{AD5579D5-5666-407A-8857-8FE230D843B5}" dt="2026-06-06T10:25:12.913" v="310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yan Jung" userId="bf51f4929f8c5da5" providerId="LiveId" clId="{AD5579D5-5666-407A-8857-8FE230D843B5}" dt="2026-06-06T10:17:40.524" v="160" actId="20577"/>
          <ac:spMkLst>
            <pc:docMk/>
            <pc:sldMk cId="0" sldId="257"/>
            <ac:spMk id="29" creationId="{00000000-0000-0000-0000-000000000000}"/>
          </ac:spMkLst>
        </pc:spChg>
        <pc:spChg chg="add mod">
          <ac:chgData name="Ryan Jung" userId="bf51f4929f8c5da5" providerId="LiveId" clId="{AD5579D5-5666-407A-8857-8FE230D843B5}" dt="2026-06-06T10:56:27.356" v="371"/>
          <ac:spMkLst>
            <pc:docMk/>
            <pc:sldMk cId="0" sldId="257"/>
            <ac:spMk id="40" creationId="{99FC23EC-ECAD-D843-F995-AE69716C3573}"/>
          </ac:spMkLst>
        </pc:spChg>
        <pc:spChg chg="add mod">
          <ac:chgData name="Ryan Jung" userId="bf51f4929f8c5da5" providerId="LiveId" clId="{AD5579D5-5666-407A-8857-8FE230D843B5}" dt="2026-06-06T10:56:27.356" v="371"/>
          <ac:spMkLst>
            <pc:docMk/>
            <pc:sldMk cId="0" sldId="257"/>
            <ac:spMk id="41" creationId="{5BE90C1B-A071-D152-9C00-9A4FC02D9854}"/>
          </ac:spMkLst>
        </pc:spChg>
        <pc:spChg chg="add mod">
          <ac:chgData name="Ryan Jung" userId="bf51f4929f8c5da5" providerId="LiveId" clId="{AD5579D5-5666-407A-8857-8FE230D843B5}" dt="2026-06-06T10:57:49.128" v="436"/>
          <ac:spMkLst>
            <pc:docMk/>
            <pc:sldMk cId="0" sldId="257"/>
            <ac:spMk id="42" creationId="{6169DEA7-01FB-43D5-B37F-3F8A3665EF20}"/>
          </ac:spMkLst>
        </pc:spChg>
      </pc:sldChg>
      <pc:sldChg chg="addSp delSp modSp mod">
        <pc:chgData name="Ryan Jung" userId="bf51f4929f8c5da5" providerId="LiveId" clId="{AD5579D5-5666-407A-8857-8FE230D843B5}" dt="2026-06-06T10:58:33.859" v="447" actId="478"/>
        <pc:sldMkLst>
          <pc:docMk/>
          <pc:sldMk cId="0" sldId="258"/>
        </pc:sldMkLst>
        <pc:spChg chg="del">
          <ac:chgData name="Ryan Jung" userId="bf51f4929f8c5da5" providerId="LiveId" clId="{AD5579D5-5666-407A-8857-8FE230D843B5}" dt="2026-06-06T10:57:52.099" v="438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Ryan Jung" userId="bf51f4929f8c5da5" providerId="LiveId" clId="{AD5579D5-5666-407A-8857-8FE230D843B5}" dt="2026-06-06T10:57:50.970" v="43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33.859" v="44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Ryan Jung" userId="bf51f4929f8c5da5" providerId="LiveId" clId="{AD5579D5-5666-407A-8857-8FE230D843B5}" dt="2026-06-06T10:58:20.254" v="444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Ryan Jung" userId="bf51f4929f8c5da5" providerId="LiveId" clId="{AD5579D5-5666-407A-8857-8FE230D843B5}" dt="2026-06-06T10:58:06.640" v="441" actId="1076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21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31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32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42" creationId="{00000000-0000-0000-0000-000000000000}"/>
          </ac:spMkLst>
        </pc:spChg>
        <pc:spChg chg="add del">
          <ac:chgData name="Ryan Jung" userId="bf51f4929f8c5da5" providerId="LiveId" clId="{AD5579D5-5666-407A-8857-8FE230D843B5}" dt="2026-06-06T10:56:14.752" v="366" actId="478"/>
          <ac:spMkLst>
            <pc:docMk/>
            <pc:sldMk cId="0" sldId="258"/>
            <ac:spMk id="43" creationId="{00000000-0000-0000-0000-000000000000}"/>
          </ac:spMkLst>
        </pc:spChg>
        <pc:spChg chg="add del mod">
          <ac:chgData name="Ryan Jung" userId="bf51f4929f8c5da5" providerId="LiveId" clId="{AD5579D5-5666-407A-8857-8FE230D843B5}" dt="2026-06-06T10:56:16.588" v="368" actId="478"/>
          <ac:spMkLst>
            <pc:docMk/>
            <pc:sldMk cId="0" sldId="258"/>
            <ac:spMk id="52" creationId="{222AF35D-BBBE-9CFD-FDAD-D2EA8E038FDF}"/>
          </ac:spMkLst>
        </pc:spChg>
        <pc:spChg chg="add del mod">
          <ac:chgData name="Ryan Jung" userId="bf51f4929f8c5da5" providerId="LiveId" clId="{AD5579D5-5666-407A-8857-8FE230D843B5}" dt="2026-06-06T10:56:16.062" v="367" actId="478"/>
          <ac:spMkLst>
            <pc:docMk/>
            <pc:sldMk cId="0" sldId="258"/>
            <ac:spMk id="53" creationId="{ED5FBA82-4EB9-EB23-7F6E-6A5843087ECF}"/>
          </ac:spMkLst>
        </pc:spChg>
        <pc:spChg chg="add mod">
          <ac:chgData name="Ryan Jung" userId="bf51f4929f8c5da5" providerId="LiveId" clId="{AD5579D5-5666-407A-8857-8FE230D843B5}" dt="2026-06-06T10:56:28.469" v="372"/>
          <ac:spMkLst>
            <pc:docMk/>
            <pc:sldMk cId="0" sldId="258"/>
            <ac:spMk id="54" creationId="{B6ED5BC4-07CC-1636-D4A4-5CFFE4E25522}"/>
          </ac:spMkLst>
        </pc:spChg>
        <pc:spChg chg="add mod">
          <ac:chgData name="Ryan Jung" userId="bf51f4929f8c5da5" providerId="LiveId" clId="{AD5579D5-5666-407A-8857-8FE230D843B5}" dt="2026-06-06T10:56:28.469" v="372"/>
          <ac:spMkLst>
            <pc:docMk/>
            <pc:sldMk cId="0" sldId="258"/>
            <ac:spMk id="55" creationId="{9577429B-C7B9-0E4E-513A-352A2DEABE74}"/>
          </ac:spMkLst>
        </pc:spChg>
        <pc:spChg chg="add mod">
          <ac:chgData name="Ryan Jung" userId="bf51f4929f8c5da5" providerId="LiveId" clId="{AD5579D5-5666-407A-8857-8FE230D843B5}" dt="2026-06-06T10:57:52.845" v="439"/>
          <ac:spMkLst>
            <pc:docMk/>
            <pc:sldMk cId="0" sldId="258"/>
            <ac:spMk id="56" creationId="{A3AC678A-791A-7323-2290-8C67EF27EB53}"/>
          </ac:spMkLst>
        </pc:spChg>
      </pc:sldChg>
      <pc:sldChg chg="add del">
        <pc:chgData name="Ryan Jung" userId="bf51f4929f8c5da5" providerId="LiveId" clId="{AD5579D5-5666-407A-8857-8FE230D843B5}" dt="2026-06-06T10:58:37.458" v="448" actId="47"/>
        <pc:sldMkLst>
          <pc:docMk/>
          <pc:sldMk cId="1101784245" sldId="276"/>
        </pc:sldMkLst>
      </pc:sldChg>
      <pc:sldMasterChg chg="delSldLayout">
        <pc:chgData name="Ryan Jung" userId="bf51f4929f8c5da5" providerId="LiveId" clId="{AD5579D5-5666-407A-8857-8FE230D843B5}" dt="2026-06-06T10:58:37.458" v="448" actId="47"/>
        <pc:sldMasterMkLst>
          <pc:docMk/>
          <pc:sldMasterMk cId="0" sldId="2147483648"/>
        </pc:sldMasterMkLst>
        <pc:sldLayoutChg chg="del">
          <pc:chgData name="Ryan Jung" userId="bf51f4929f8c5da5" providerId="LiveId" clId="{AD5579D5-5666-407A-8857-8FE230D843B5}" dt="2026-06-06T10:58:37.458" v="448" actId="47"/>
          <pc:sldLayoutMkLst>
            <pc:docMk/>
            <pc:sldMasterMk cId="0" sldId="2147483648"/>
            <pc:sldLayoutMk cId="1440045637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43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증류는 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모델의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분포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 2" panose="05020102010507070707" pitchFamily="18" charset="2"/>
              </a:rPr>
              <a:t>와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방식을 작은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모델에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3350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모델은 정답만이 아니라 큰 모델의 '사고 방식' 까지 학습함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5440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6072" y="1920240"/>
            <a:ext cx="1417320" cy="246888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33272" y="2103120"/>
            <a:ext cx="502920" cy="50292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3327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576072" y="2697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(Teacher)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" y="2971800"/>
            <a:ext cx="1307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대형 모델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학습된 지식·답변 생성 패턴 제공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48256" y="219456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496312" y="1920240"/>
            <a:ext cx="1417320" cy="246888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953512" y="21031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5351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2496312" y="2697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힌트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51176" y="2971800"/>
            <a:ext cx="1307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확률 분포를 통해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간 관계 정보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(Dark Knowledge) 까지 전달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68496" y="219456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416552" y="1920240"/>
            <a:ext cx="1417320" cy="246888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873752" y="2103120"/>
            <a:ext cx="502920" cy="50292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7375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4416552" y="2697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(Student)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71416" y="2971800"/>
            <a:ext cx="1307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소형 모델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행동을 모방하며 학습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719072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089904" y="1719072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99632" y="181051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9632" y="2048256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Hinton et al. (2015), 신경망 지식 증류의 이론적 기반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706624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089904" y="2706624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99632" y="27980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9632" y="3035808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 뿐만 아니라 답 후보 간 관계 (숨은 힌트) 를 전달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694176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089904" y="3694176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199632" y="37856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9632" y="402336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크기↓, 답변 생성속도↑, 성능은 큰 모델 수준에 가깝게 유지</a:t>
            </a:r>
            <a:endParaRPr lang="en-US" sz="105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77F4F5-7830-4D93-7B3A-4B1CEE8258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438" cy="51435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0D137D-2D51-0B65-E209-832402C54BBC}"/>
              </a:ext>
            </a:extLst>
          </p:cNvPr>
          <p:cNvSpPr>
            <a:spLocks noGrp="1"/>
          </p:cNvSpPr>
          <p:nvPr/>
        </p:nvSpPr>
        <p:spPr>
          <a:xfrm>
            <a:off x="71438" y="0"/>
            <a:ext cx="35719" cy="5143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02D178C-4D98-2E5D-A746-9383D28D5AA9}"/>
              </a:ext>
            </a:extLst>
          </p:cNvPr>
          <p:cNvSpPr>
            <a:spLocks noGrp="1"/>
          </p:cNvSpPr>
          <p:nvPr/>
        </p:nvSpPr>
        <p:spPr>
          <a:xfrm>
            <a:off x="300037" y="171450"/>
            <a:ext cx="1500188" cy="17145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42863" tIns="14288" rIns="42863" bIns="14288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76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</a:t>
            </a:r>
            <a:endParaRPr sz="760" b="1" dirty="0">
              <a:solidFill>
                <a:srgbClr val="2563EB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74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이론적 배경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정확성과 일반화 동시 확보 위해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정보를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3350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정답만 외우지 않고, 큰 모델이 헷갈린 후보까지 함께 배움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4069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809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54864" cy="2971800"/>
          </a:xfrm>
          <a:prstGeom prst="rect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76072" y="1792224"/>
            <a:ext cx="384048" cy="384048"/>
          </a:xfrm>
          <a:prstGeom prst="ellipse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07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1033272" y="1792224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정답만 보는 학습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2029968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표시만 사용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2304288"/>
            <a:ext cx="3849624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2648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81912" y="239572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정답만 표시된 자료를 사용, 확률은 0 또는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" y="3054096"/>
            <a:ext cx="3849624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2648" y="3145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81912" y="314553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맞히기 중심, 틀린 답 후보 정보는 무시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" y="3803904"/>
            <a:ext cx="3849624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2648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81912" y="38953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후보 간 유사성·대안 후보의 </a:t>
            </a:r>
            <a:r>
              <a:rPr lang="en-US" sz="1050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정보가</a:t>
            </a: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부족하여 </a:t>
            </a:r>
            <a:r>
              <a:rPr lang="en-US" altLang="ko-KR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Student </a:t>
            </a:r>
            <a:r>
              <a:rPr lang="ko-KR" alt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일반화 능력에 한계 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4069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1645920"/>
            <a:ext cx="54864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28032" y="17922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2803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092" dirty="0"/>
          </a:p>
        </p:txBody>
      </p:sp>
      <p:sp>
        <p:nvSpPr>
          <p:cNvPr id="29" name="Text 27"/>
          <p:cNvSpPr/>
          <p:nvPr/>
        </p:nvSpPr>
        <p:spPr>
          <a:xfrm>
            <a:off x="5285232" y="1792224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증류</a:t>
            </a: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확률 힌트 학습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85232" y="2029968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출력 분포 활용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304288"/>
            <a:ext cx="3849624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64608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33872" y="239572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모델의 확률 힌트를 모방해 답 후보 관계 학습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3168" y="3054096"/>
            <a:ext cx="3849624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64608" y="3145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33872" y="314553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정보와 큰 모델의 확률 힌트를 함께 사용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3803904"/>
            <a:ext cx="3849624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64608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33872" y="38953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힌트를 통해 일반화와 지식 보존을 개선</a:t>
            </a:r>
            <a:endParaRPr lang="en-US" sz="105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9FC23EC-ECAD-D843-F995-AE69716C3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438" cy="51435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BE90C1B-A071-D152-9C00-9A4FC02D9854}"/>
              </a:ext>
            </a:extLst>
          </p:cNvPr>
          <p:cNvSpPr>
            <a:spLocks noGrp="1"/>
          </p:cNvSpPr>
          <p:nvPr/>
        </p:nvSpPr>
        <p:spPr>
          <a:xfrm>
            <a:off x="71438" y="0"/>
            <a:ext cx="35719" cy="5143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69DEA7-01FB-43D5-B37F-3F8A3665EF20}"/>
              </a:ext>
            </a:extLst>
          </p:cNvPr>
          <p:cNvSpPr>
            <a:spLocks noGrp="1"/>
          </p:cNvSpPr>
          <p:nvPr/>
        </p:nvSpPr>
        <p:spPr>
          <a:xfrm>
            <a:off x="300037" y="171450"/>
            <a:ext cx="1500188" cy="17145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42863" tIns="14288" rIns="42863" bIns="14288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76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</a:t>
            </a:r>
            <a:endParaRPr sz="760" b="1" dirty="0">
              <a:solidFill>
                <a:srgbClr val="2563EB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증류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</a:t>
            </a:r>
            <a:r>
              <a:rPr lang="en-US" altLang="ko-KR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Student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여전히 크다면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</a:t>
            </a: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3350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기법은 서로 다른 방식으로 모델을 압축하며, 결합 적용 가부를 추후 검증 예정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5943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5840" y="1645920"/>
            <a:ext cx="192024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645920"/>
            <a:ext cx="21031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1645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645920"/>
            <a:ext cx="192024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178308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949440" y="1645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 적용 방향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956816"/>
            <a:ext cx="594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1396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</a:t>
            </a:r>
            <a:endParaRPr lang="en-US" sz="1092" dirty="0"/>
          </a:p>
        </p:txBody>
      </p:sp>
      <p:sp>
        <p:nvSpPr>
          <p:cNvPr id="22" name="Shape 20"/>
          <p:cNvSpPr/>
          <p:nvPr/>
        </p:nvSpPr>
        <p:spPr>
          <a:xfrm>
            <a:off x="1005840" y="1956816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78992" y="2011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증류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(Knowledge Distillation)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1956816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999232" y="20116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 지식을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모델에 이전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1956816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02352" y="2011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구조적으로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모델을 학습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1956816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022592" y="201168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만들기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연구의 중심 방법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2706624"/>
            <a:ext cx="5943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02920" y="2889504"/>
            <a:ext cx="384048" cy="384048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✂</a:t>
            </a:r>
            <a:endParaRPr lang="en-US" sz="1092" dirty="0"/>
          </a:p>
        </p:txBody>
      </p:sp>
      <p:sp>
        <p:nvSpPr>
          <p:cNvPr id="33" name="Shape 31"/>
          <p:cNvSpPr/>
          <p:nvPr/>
        </p:nvSpPr>
        <p:spPr>
          <a:xfrm>
            <a:off x="1005840" y="2706624"/>
            <a:ext cx="192024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78992" y="276148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프루닝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2706624"/>
            <a:ext cx="210312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999232" y="2761488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중요도가 낮은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가중치·레이어 제거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0" y="2706624"/>
            <a:ext cx="192024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102352" y="276148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크기·연산량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감소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49440" y="2706624"/>
            <a:ext cx="178308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022592" y="276148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전수 후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압축 필요 시 적용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456432"/>
            <a:ext cx="594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02920" y="3639312"/>
            <a:ext cx="384048" cy="384048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0292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92" dirty="0"/>
          </a:p>
        </p:txBody>
      </p:sp>
      <p:sp>
        <p:nvSpPr>
          <p:cNvPr id="44" name="Shape 42"/>
          <p:cNvSpPr/>
          <p:nvPr/>
        </p:nvSpPr>
        <p:spPr>
          <a:xfrm>
            <a:off x="1005840" y="3456432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78992" y="351129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(Quantization)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0" y="3456432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999232" y="3511296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표현 정밀도 축소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(FP32→INT8/INT4)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0" y="3456432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02352" y="351129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용량 4~8배↓,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생성속도↑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3456432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022592" y="351129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내 실행 후보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실험에서 검토</a:t>
            </a:r>
            <a:endParaRPr lang="en-US" sz="105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6ED5BC4-07CC-1636-D4A4-5CFFE4E255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438" cy="51435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77429B-C7B9-0E4E-513A-352A2DEABE74}"/>
              </a:ext>
            </a:extLst>
          </p:cNvPr>
          <p:cNvSpPr>
            <a:spLocks noGrp="1"/>
          </p:cNvSpPr>
          <p:nvPr/>
        </p:nvSpPr>
        <p:spPr>
          <a:xfrm>
            <a:off x="71438" y="0"/>
            <a:ext cx="35719" cy="5143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3AC678A-791A-7323-2290-8C67EF27EB53}"/>
              </a:ext>
            </a:extLst>
          </p:cNvPr>
          <p:cNvSpPr>
            <a:spLocks noGrp="1"/>
          </p:cNvSpPr>
          <p:nvPr/>
        </p:nvSpPr>
        <p:spPr>
          <a:xfrm>
            <a:off x="300037" y="171450"/>
            <a:ext cx="1500188" cy="17145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42863" tIns="14288" rIns="42863" bIns="14288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76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</a:t>
            </a:r>
            <a:endParaRPr sz="760" b="1" dirty="0">
              <a:solidFill>
                <a:srgbClr val="2563EB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352</Words>
  <Application>Microsoft Office PowerPoint</Application>
  <PresentationFormat>화면 슬라이드 쇼(16:9)</PresentationFormat>
  <Paragraphs>86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Ryan Jung</cp:lastModifiedBy>
  <cp:revision>1</cp:revision>
  <dcterms:created xsi:type="dcterms:W3CDTF">2026-06-06T10:07:23Z</dcterms:created>
  <dcterms:modified xsi:type="dcterms:W3CDTF">2026-06-06T10:58:37Z</dcterms:modified>
</cp:coreProperties>
</file>