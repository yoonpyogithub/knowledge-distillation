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76" r:id="rId2"/>
    <p:sldId id="277" r:id="rId3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5D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7384" autoAdjust="0"/>
  </p:normalViewPr>
  <p:slideViewPr>
    <p:cSldViewPr snapToGrid="0">
      <p:cViewPr varScale="1">
        <p:scale>
          <a:sx n="159" d="100"/>
          <a:sy n="159" d="100"/>
        </p:scale>
        <p:origin x="33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7A27C62A-076A-4552-A92A-A841AF16D3C4}"/>
              </a:ext>
            </a:extLst>
          </p:cNvPr>
          <p:cNvSpPr>
            <a:spLocks noGrp="1"/>
          </p:cNvSpPr>
          <p:nvPr/>
        </p:nvSpPr>
        <p:spPr>
          <a:xfrm>
            <a:off x="0" y="3110"/>
            <a:ext cx="12192000" cy="6858000"/>
          </a:xfrm>
          <a:prstGeom prst="rect">
            <a:avLst/>
          </a:prstGeom>
          <a:solidFill>
            <a:srgbClr val="FAFAFA"/>
          </a:solidFill>
          <a:ln w="0">
            <a:solidFill>
              <a:srgbClr val="000000">
                <a:alpha val="0"/>
              </a:srgb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Rounded Rectangle 24">
            <a:extLst>
              <a:ext uri="{FF2B5EF4-FFF2-40B4-BE49-F238E27FC236}">
                <a16:creationId xmlns:a16="http://schemas.microsoft.com/office/drawing/2014/main" id="{E8D55A9B-711A-283C-D704-2EBA682BE429}"/>
              </a:ext>
            </a:extLst>
          </p:cNvPr>
          <p:cNvSpPr/>
          <p:nvPr/>
        </p:nvSpPr>
        <p:spPr>
          <a:xfrm>
            <a:off x="480577" y="2969670"/>
            <a:ext cx="4664593" cy="3506300"/>
          </a:xfrm>
          <a:prstGeom prst="roundRect">
            <a:avLst>
              <a:gd name="adj" fmla="val 6000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hangingPunct="0"/>
            <a:endParaRPr sz="160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39BF083-A46A-40A2-9CFD-D5187C5D58F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151923"/>
          </a:solidFill>
          <a:ln w="0">
            <a:solidFill>
              <a:srgbClr val="000000">
                <a:alpha val="0"/>
              </a:srgb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607C084-2130-4A93-87CA-77A995C4CE2E}"/>
              </a:ext>
            </a:extLst>
          </p:cNvPr>
          <p:cNvSpPr>
            <a:spLocks noGrp="1"/>
          </p:cNvSpPr>
          <p:nvPr/>
        </p:nvSpPr>
        <p:spPr>
          <a:xfrm>
            <a:off x="95250" y="0"/>
            <a:ext cx="47625" cy="685800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056A882-C323-4DB7-8F72-8836EC00FCEB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2000250" cy="228600"/>
          </a:xfrm>
          <a:prstGeom prst="rect">
            <a:avLst/>
          </a:prstGeom>
          <a:solidFill>
            <a:srgbClr val="EEF4FF"/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57150" tIns="19050" rIns="57150" bIns="19050" anchor="ctr"/>
          <a:lstStyle/>
          <a:p>
            <a:pPr algn="ctr">
              <a:defRPr sz="1013" b="1">
                <a:solidFill>
                  <a:srgbClr val="2563EB"/>
                </a:solidFill>
                <a:latin typeface="Pretendard"/>
                <a:ea typeface="Pretendard"/>
                <a:cs typeface="Pretendard"/>
              </a:defRPr>
            </a:pPr>
            <a:r>
              <a:rPr sz="1013" b="1">
                <a:solidFill>
                  <a:srgbClr val="2563EB"/>
                </a:solidFill>
                <a:latin typeface="Pretendard"/>
                <a:ea typeface="Pretendard"/>
                <a:cs typeface="Pretendard"/>
              </a:rPr>
              <a:t>평가 프레임</a:t>
            </a: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ECCB82F3-A57E-B92F-7DBD-F08CE855050E}"/>
              </a:ext>
            </a:extLst>
          </p:cNvPr>
          <p:cNvGrpSpPr/>
          <p:nvPr/>
        </p:nvGrpSpPr>
        <p:grpSpPr>
          <a:xfrm>
            <a:off x="454792" y="1851214"/>
            <a:ext cx="2670048" cy="896112"/>
            <a:chOff x="502920" y="1627632"/>
            <a:chExt cx="2670048" cy="896112"/>
          </a:xfrm>
        </p:grpSpPr>
        <p:sp>
          <p:nvSpPr>
            <p:cNvPr id="44" name="Rounded Rectangle 3">
              <a:extLst>
                <a:ext uri="{FF2B5EF4-FFF2-40B4-BE49-F238E27FC236}">
                  <a16:creationId xmlns:a16="http://schemas.microsoft.com/office/drawing/2014/main" id="{DDC0645E-CB2F-7D43-2C29-9E728BA2A958}"/>
                </a:ext>
              </a:extLst>
            </p:cNvPr>
            <p:cNvSpPr/>
            <p:nvPr/>
          </p:nvSpPr>
          <p:spPr>
            <a:xfrm>
              <a:off x="502920" y="1627632"/>
              <a:ext cx="2670048" cy="896112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5240">
              <a:solidFill>
                <a:srgbClr val="D4DBE8"/>
              </a:solidFill>
            </a:ln>
            <a:effectLst>
              <a:outerShdw blurRad="76200" dist="38100" dir="5400000" rotWithShape="0">
                <a:srgbClr val="1A2440">
                  <a:alpha val="82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hangingPunct="0"/>
              <a:endParaRPr sz="2000"/>
            </a:p>
          </p:txBody>
        </p:sp>
        <p:sp>
          <p:nvSpPr>
            <p:cNvPr id="45" name="Oval 4">
              <a:extLst>
                <a:ext uri="{FF2B5EF4-FFF2-40B4-BE49-F238E27FC236}">
                  <a16:creationId xmlns:a16="http://schemas.microsoft.com/office/drawing/2014/main" id="{A1E2AA45-7A4B-299D-6541-DE163E24B733}"/>
                </a:ext>
              </a:extLst>
            </p:cNvPr>
            <p:cNvSpPr/>
            <p:nvPr/>
          </p:nvSpPr>
          <p:spPr>
            <a:xfrm>
              <a:off x="649224" y="1847088"/>
              <a:ext cx="457200" cy="457200"/>
            </a:xfrm>
            <a:prstGeom prst="ellipse">
              <a:avLst/>
            </a:prstGeom>
            <a:noFill/>
            <a:ln w="33020">
              <a:solidFill>
                <a:srgbClr val="17213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hangingPunct="0"/>
              <a:endParaRPr sz="2000"/>
            </a:p>
          </p:txBody>
        </p:sp>
        <p:sp>
          <p:nvSpPr>
            <p:cNvPr id="46" name="Oval 5">
              <a:extLst>
                <a:ext uri="{FF2B5EF4-FFF2-40B4-BE49-F238E27FC236}">
                  <a16:creationId xmlns:a16="http://schemas.microsoft.com/office/drawing/2014/main" id="{4ADF98F4-02A8-7A52-F950-05045C2F4A16}"/>
                </a:ext>
              </a:extLst>
            </p:cNvPr>
            <p:cNvSpPr/>
            <p:nvPr/>
          </p:nvSpPr>
          <p:spPr>
            <a:xfrm>
              <a:off x="786384" y="1984248"/>
              <a:ext cx="182880" cy="182880"/>
            </a:xfrm>
            <a:prstGeom prst="ellipse">
              <a:avLst/>
            </a:prstGeom>
            <a:solidFill>
              <a:srgbClr val="1721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hangingPunct="0"/>
              <a:endParaRPr sz="200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CBE8432-81B2-94D4-9DDC-1CBB499B2E11}"/>
                </a:ext>
              </a:extLst>
            </p:cNvPr>
            <p:cNvSpPr txBox="1"/>
            <p:nvPr/>
          </p:nvSpPr>
          <p:spPr>
            <a:xfrm>
              <a:off x="1216152" y="1737360"/>
              <a:ext cx="1847088" cy="271677"/>
            </a:xfrm>
            <a:prstGeom prst="rect">
              <a:avLst/>
            </a:prstGeom>
            <a:noFill/>
          </p:spPr>
          <p:txBody>
            <a:bodyPr wrap="square" lIns="25400" tIns="12700" rIns="25400" bIns="12700" anchor="t">
              <a:spAutoFit/>
            </a:bodyPr>
            <a:lstStyle/>
            <a:p>
              <a:pPr algn="l" eaLnBrk="0" hangingPunct="0">
                <a:lnSpc>
                  <a:spcPct val="105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600" b="1" err="1">
                  <a:solidFill>
                    <a:srgbClr val="17213B"/>
                  </a:solidFill>
                  <a:latin typeface="Pretendard SemiBold"/>
                  <a:ea typeface="Pretendard SemiBold"/>
                  <a:cs typeface="Pretendard SemiBold"/>
                </a:rPr>
                <a:t>기술</a:t>
              </a:r>
              <a:r>
                <a:rPr sz="1600" b="1">
                  <a:solidFill>
                    <a:srgbClr val="17213B"/>
                  </a:solidFill>
                  <a:latin typeface="Pretendard SemiBold"/>
                  <a:ea typeface="Pretendard SemiBold"/>
                  <a:cs typeface="Pretendard SemiBold"/>
                </a:rPr>
                <a:t> </a:t>
              </a:r>
              <a:r>
                <a:rPr sz="1600" b="1" err="1">
                  <a:solidFill>
                    <a:srgbClr val="17213B"/>
                  </a:solidFill>
                  <a:latin typeface="Pretendard SemiBold"/>
                  <a:ea typeface="Pretendard SemiBold"/>
                  <a:cs typeface="Pretendard SemiBold"/>
                </a:rPr>
                <a:t>보존</a:t>
              </a:r>
              <a:endParaRPr sz="1600" b="1">
                <a:solidFill>
                  <a:srgbClr val="17213B"/>
                </a:solidFill>
                <a:latin typeface="Pretendard SemiBold"/>
                <a:ea typeface="Pretendard SemiBold"/>
                <a:cs typeface="Pretendard SemiBold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D49DFCEE-8112-2BC4-89F1-DD5A6927C8E5}"/>
                </a:ext>
              </a:extLst>
            </p:cNvPr>
            <p:cNvSpPr txBox="1"/>
            <p:nvPr/>
          </p:nvSpPr>
          <p:spPr>
            <a:xfrm>
              <a:off x="1216152" y="2084832"/>
              <a:ext cx="1847088" cy="193643"/>
            </a:xfrm>
            <a:prstGeom prst="rect">
              <a:avLst/>
            </a:prstGeom>
            <a:noFill/>
          </p:spPr>
          <p:txBody>
            <a:bodyPr wrap="square" lIns="25400" tIns="12700" rIns="25400" bIns="12700" anchor="t">
              <a:spAutoFit/>
            </a:bodyPr>
            <a:lstStyle/>
            <a:p>
              <a:pPr algn="l" eaLnBrk="0" hangingPunct="0">
                <a:lnSpc>
                  <a:spcPct val="104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100" b="0" err="1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작아져도</a:t>
              </a:r>
              <a:r>
                <a:rPr sz="110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 Teacher </a:t>
              </a:r>
              <a:r>
                <a:rPr sz="1100" b="0" err="1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판단</a:t>
              </a:r>
              <a:r>
                <a:rPr sz="110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 </a:t>
              </a:r>
              <a:r>
                <a:rPr sz="1100" b="0" err="1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유지</a:t>
              </a:r>
              <a:endParaRPr sz="1100" b="0">
                <a:solidFill>
                  <a:srgbClr val="5C667A"/>
                </a:solidFill>
                <a:latin typeface="Pretendard"/>
                <a:ea typeface="Pretendard"/>
                <a:cs typeface="Pretendard"/>
              </a:endParaRPr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81E8D37D-0765-6680-76A2-A1DE792D84E1}"/>
              </a:ext>
            </a:extLst>
          </p:cNvPr>
          <p:cNvGrpSpPr/>
          <p:nvPr/>
        </p:nvGrpSpPr>
        <p:grpSpPr>
          <a:xfrm>
            <a:off x="3321195" y="1851214"/>
            <a:ext cx="2670048" cy="896112"/>
            <a:chOff x="3310128" y="1627632"/>
            <a:chExt cx="2670048" cy="896112"/>
          </a:xfrm>
        </p:grpSpPr>
        <p:sp>
          <p:nvSpPr>
            <p:cNvPr id="50" name="Rounded Rectangle 13">
              <a:extLst>
                <a:ext uri="{FF2B5EF4-FFF2-40B4-BE49-F238E27FC236}">
                  <a16:creationId xmlns:a16="http://schemas.microsoft.com/office/drawing/2014/main" id="{14E70B33-017A-0A07-55E2-3D0547625469}"/>
                </a:ext>
              </a:extLst>
            </p:cNvPr>
            <p:cNvSpPr/>
            <p:nvPr/>
          </p:nvSpPr>
          <p:spPr>
            <a:xfrm>
              <a:off x="3310128" y="1627632"/>
              <a:ext cx="2670048" cy="896112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5240">
              <a:solidFill>
                <a:srgbClr val="D4DBE8"/>
              </a:solidFill>
            </a:ln>
            <a:effectLst>
              <a:outerShdw blurRad="76200" dist="38100" dir="5400000" rotWithShape="0">
                <a:srgbClr val="1A2440">
                  <a:alpha val="82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hangingPunct="0"/>
              <a:endParaRPr sz="2000"/>
            </a:p>
          </p:txBody>
        </p:sp>
        <p:sp>
          <p:nvSpPr>
            <p:cNvPr id="51" name="Rounded Rectangle 14">
              <a:extLst>
                <a:ext uri="{FF2B5EF4-FFF2-40B4-BE49-F238E27FC236}">
                  <a16:creationId xmlns:a16="http://schemas.microsoft.com/office/drawing/2014/main" id="{4EDAA127-F49C-ECC7-72D6-200B0506A533}"/>
                </a:ext>
              </a:extLst>
            </p:cNvPr>
            <p:cNvSpPr/>
            <p:nvPr/>
          </p:nvSpPr>
          <p:spPr>
            <a:xfrm>
              <a:off x="3575304" y="1847088"/>
              <a:ext cx="219456" cy="457200"/>
            </a:xfrm>
            <a:prstGeom prst="roundRect">
              <a:avLst/>
            </a:prstGeom>
            <a:noFill/>
            <a:ln w="33020">
              <a:solidFill>
                <a:srgbClr val="2E6FD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hangingPunct="0"/>
              <a:endParaRPr sz="2000"/>
            </a:p>
          </p:txBody>
        </p:sp>
        <p:sp>
          <p:nvSpPr>
            <p:cNvPr id="52" name="Oval 15">
              <a:extLst>
                <a:ext uri="{FF2B5EF4-FFF2-40B4-BE49-F238E27FC236}">
                  <a16:creationId xmlns:a16="http://schemas.microsoft.com/office/drawing/2014/main" id="{890A7A94-BA5B-DC9F-E44F-C379D80E6BA8}"/>
                </a:ext>
              </a:extLst>
            </p:cNvPr>
            <p:cNvSpPr/>
            <p:nvPr/>
          </p:nvSpPr>
          <p:spPr>
            <a:xfrm>
              <a:off x="3666744" y="2221992"/>
              <a:ext cx="36576" cy="36576"/>
            </a:xfrm>
            <a:prstGeom prst="ellipse">
              <a:avLst/>
            </a:prstGeom>
            <a:solidFill>
              <a:srgbClr val="2E6FD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hangingPunct="0"/>
              <a:endParaRPr sz="2000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667A148A-BB13-7A17-7A92-3EEE815FEAAE}"/>
                </a:ext>
              </a:extLst>
            </p:cNvPr>
            <p:cNvSpPr txBox="1"/>
            <p:nvPr/>
          </p:nvSpPr>
          <p:spPr>
            <a:xfrm>
              <a:off x="4023360" y="1737360"/>
              <a:ext cx="1847088" cy="271677"/>
            </a:xfrm>
            <a:prstGeom prst="rect">
              <a:avLst/>
            </a:prstGeom>
            <a:noFill/>
          </p:spPr>
          <p:txBody>
            <a:bodyPr wrap="square" lIns="25400" tIns="12700" rIns="25400" bIns="12700" anchor="t">
              <a:spAutoFit/>
            </a:bodyPr>
            <a:lstStyle/>
            <a:p>
              <a:pPr algn="l" eaLnBrk="0" hangingPunct="0">
                <a:lnSpc>
                  <a:spcPct val="105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600" b="1" err="1">
                  <a:solidFill>
                    <a:srgbClr val="17213B"/>
                  </a:solidFill>
                  <a:latin typeface="Pretendard SemiBold"/>
                  <a:ea typeface="Pretendard SemiBold"/>
                  <a:cs typeface="Pretendard SemiBold"/>
                </a:rPr>
                <a:t>온디바이스</a:t>
              </a:r>
              <a:endParaRPr sz="1600" b="1">
                <a:solidFill>
                  <a:srgbClr val="17213B"/>
                </a:solidFill>
                <a:latin typeface="Pretendard SemiBold"/>
                <a:ea typeface="Pretendard SemiBold"/>
                <a:cs typeface="Pretendard SemiBold"/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CA752A1-690E-CED7-7C1F-D25A9853B654}"/>
                </a:ext>
              </a:extLst>
            </p:cNvPr>
            <p:cNvSpPr txBox="1"/>
            <p:nvPr/>
          </p:nvSpPr>
          <p:spPr>
            <a:xfrm>
              <a:off x="4023360" y="2084832"/>
              <a:ext cx="1847088" cy="193643"/>
            </a:xfrm>
            <a:prstGeom prst="rect">
              <a:avLst/>
            </a:prstGeom>
            <a:noFill/>
          </p:spPr>
          <p:txBody>
            <a:bodyPr wrap="square" lIns="25400" tIns="12700" rIns="25400" bIns="12700" anchor="t">
              <a:spAutoFit/>
            </a:bodyPr>
            <a:lstStyle/>
            <a:p>
              <a:pPr algn="l" eaLnBrk="0" hangingPunct="0">
                <a:lnSpc>
                  <a:spcPct val="104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100" b="0" err="1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외부</a:t>
              </a:r>
              <a:r>
                <a:rPr sz="110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 </a:t>
              </a:r>
              <a:r>
                <a:rPr sz="1100" b="0" err="1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전송</a:t>
              </a:r>
              <a:r>
                <a:rPr sz="110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 </a:t>
              </a:r>
              <a:r>
                <a:rPr sz="1100" b="0" err="1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없이</a:t>
              </a:r>
              <a:r>
                <a:rPr sz="110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 </a:t>
              </a:r>
              <a:r>
                <a:rPr sz="1100" b="0" err="1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폰에서</a:t>
              </a:r>
              <a:r>
                <a:rPr sz="110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 </a:t>
              </a:r>
              <a:r>
                <a:rPr sz="1100" b="0" err="1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작동</a:t>
              </a:r>
              <a:endParaRPr sz="1100" b="0">
                <a:solidFill>
                  <a:srgbClr val="5C667A"/>
                </a:solidFill>
                <a:latin typeface="Pretendard"/>
                <a:ea typeface="Pretendard"/>
                <a:cs typeface="Pretendard"/>
              </a:endParaRPr>
            </a:p>
          </p:txBody>
        </p:sp>
      </p:grp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4D1056F3-037D-DA0E-8DED-E60F7972B28F}"/>
              </a:ext>
            </a:extLst>
          </p:cNvPr>
          <p:cNvGrpSpPr/>
          <p:nvPr/>
        </p:nvGrpSpPr>
        <p:grpSpPr>
          <a:xfrm>
            <a:off x="9054002" y="1851214"/>
            <a:ext cx="2670048" cy="896112"/>
            <a:chOff x="8869680" y="1627632"/>
            <a:chExt cx="2670048" cy="896112"/>
          </a:xfrm>
        </p:grpSpPr>
        <p:sp>
          <p:nvSpPr>
            <p:cNvPr id="56" name="Rounded Rectangle 19">
              <a:extLst>
                <a:ext uri="{FF2B5EF4-FFF2-40B4-BE49-F238E27FC236}">
                  <a16:creationId xmlns:a16="http://schemas.microsoft.com/office/drawing/2014/main" id="{77A8DA2D-E171-DF43-73BE-18253491E330}"/>
                </a:ext>
              </a:extLst>
            </p:cNvPr>
            <p:cNvSpPr/>
            <p:nvPr/>
          </p:nvSpPr>
          <p:spPr>
            <a:xfrm>
              <a:off x="8869680" y="1627632"/>
              <a:ext cx="2670048" cy="896112"/>
            </a:xfrm>
            <a:prstGeom prst="roundRect">
              <a:avLst>
                <a:gd name="adj" fmla="val 6000"/>
              </a:avLst>
            </a:prstGeom>
            <a:solidFill>
              <a:srgbClr val="ECF2FB"/>
            </a:solidFill>
            <a:ln w="15240">
              <a:solidFill>
                <a:srgbClr val="D4DBE8"/>
              </a:solidFill>
            </a:ln>
            <a:effectLst>
              <a:outerShdw blurRad="76200" dist="38100" dir="5400000" rotWithShape="0">
                <a:srgbClr val="1A2440">
                  <a:alpha val="82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hangingPunct="0"/>
              <a:endParaRPr sz="2000"/>
            </a:p>
          </p:txBody>
        </p:sp>
        <p:sp>
          <p:nvSpPr>
            <p:cNvPr id="57" name="Oval 20">
              <a:extLst>
                <a:ext uri="{FF2B5EF4-FFF2-40B4-BE49-F238E27FC236}">
                  <a16:creationId xmlns:a16="http://schemas.microsoft.com/office/drawing/2014/main" id="{4B4C0DFE-F2FA-DA33-A916-CD05A7F0ACF1}"/>
                </a:ext>
              </a:extLst>
            </p:cNvPr>
            <p:cNvSpPr/>
            <p:nvPr/>
          </p:nvSpPr>
          <p:spPr>
            <a:xfrm>
              <a:off x="9162288" y="1847088"/>
              <a:ext cx="164592" cy="164592"/>
            </a:xfrm>
            <a:prstGeom prst="ellipse">
              <a:avLst/>
            </a:prstGeom>
            <a:solidFill>
              <a:srgbClr val="1E8E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hangingPunct="0"/>
              <a:endParaRPr sz="2000"/>
            </a:p>
          </p:txBody>
        </p:sp>
        <p:sp>
          <p:nvSpPr>
            <p:cNvPr id="58" name="Round Same Side Corner Rectangle 21">
              <a:extLst>
                <a:ext uri="{FF2B5EF4-FFF2-40B4-BE49-F238E27FC236}">
                  <a16:creationId xmlns:a16="http://schemas.microsoft.com/office/drawing/2014/main" id="{62E41380-26A5-EC6E-2658-CCAB3F893320}"/>
                </a:ext>
              </a:extLst>
            </p:cNvPr>
            <p:cNvSpPr/>
            <p:nvPr/>
          </p:nvSpPr>
          <p:spPr>
            <a:xfrm>
              <a:off x="9079992" y="2039112"/>
              <a:ext cx="329184" cy="256032"/>
            </a:xfrm>
            <a:prstGeom prst="round2SameRect">
              <a:avLst/>
            </a:prstGeom>
            <a:solidFill>
              <a:srgbClr val="1E8E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hangingPunct="0"/>
              <a:endParaRPr sz="2000"/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8A7F4A67-A9ED-672C-B322-6152BBCF564F}"/>
                </a:ext>
              </a:extLst>
            </p:cNvPr>
            <p:cNvSpPr txBox="1"/>
            <p:nvPr/>
          </p:nvSpPr>
          <p:spPr>
            <a:xfrm>
              <a:off x="9582911" y="1737360"/>
              <a:ext cx="1847088" cy="271677"/>
            </a:xfrm>
            <a:prstGeom prst="rect">
              <a:avLst/>
            </a:prstGeom>
            <a:noFill/>
          </p:spPr>
          <p:txBody>
            <a:bodyPr wrap="square" lIns="25400" tIns="12700" rIns="25400" bIns="12700" anchor="t">
              <a:spAutoFit/>
            </a:bodyPr>
            <a:lstStyle/>
            <a:p>
              <a:pPr algn="l" eaLnBrk="0" hangingPunct="0">
                <a:lnSpc>
                  <a:spcPct val="105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600" b="1" err="1">
                  <a:solidFill>
                    <a:srgbClr val="17213B"/>
                  </a:solidFill>
                  <a:latin typeface="Pretendard SemiBold"/>
                  <a:ea typeface="Pretendard SemiBold"/>
                  <a:cs typeface="Pretendard SemiBold"/>
                </a:rPr>
                <a:t>시니어</a:t>
              </a:r>
              <a:r>
                <a:rPr sz="1600" b="1">
                  <a:solidFill>
                    <a:srgbClr val="17213B"/>
                  </a:solidFill>
                  <a:latin typeface="Pretendard SemiBold"/>
                  <a:ea typeface="Pretendard SemiBold"/>
                  <a:cs typeface="Pretendard SemiBold"/>
                </a:rPr>
                <a:t> </a:t>
              </a:r>
              <a:r>
                <a:rPr sz="1600" b="1" err="1">
                  <a:solidFill>
                    <a:srgbClr val="17213B"/>
                  </a:solidFill>
                  <a:latin typeface="Pretendard SemiBold"/>
                  <a:ea typeface="Pretendard SemiBold"/>
                  <a:cs typeface="Pretendard SemiBold"/>
                </a:rPr>
                <a:t>실효</a:t>
              </a:r>
              <a:r>
                <a:rPr lang="ko-KR" altLang="en-US" sz="1600" b="1">
                  <a:solidFill>
                    <a:srgbClr val="17213B"/>
                  </a:solidFill>
                  <a:latin typeface="Pretendard SemiBold"/>
                  <a:ea typeface="Pretendard SemiBold"/>
                  <a:cs typeface="Pretendard SemiBold"/>
                </a:rPr>
                <a:t>성</a:t>
              </a:r>
              <a:endParaRPr sz="1600" b="1">
                <a:solidFill>
                  <a:srgbClr val="17213B"/>
                </a:solidFill>
                <a:latin typeface="Pretendard SemiBold"/>
                <a:ea typeface="Pretendard SemiBold"/>
                <a:cs typeface="Pretendard SemiBold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0593FC8-ABB5-FC86-AEFC-358DBC6559F8}"/>
                </a:ext>
              </a:extLst>
            </p:cNvPr>
            <p:cNvSpPr txBox="1"/>
            <p:nvPr/>
          </p:nvSpPr>
          <p:spPr>
            <a:xfrm>
              <a:off x="9582911" y="2084832"/>
              <a:ext cx="1847088" cy="193643"/>
            </a:xfrm>
            <a:prstGeom prst="rect">
              <a:avLst/>
            </a:prstGeom>
            <a:noFill/>
          </p:spPr>
          <p:txBody>
            <a:bodyPr wrap="square" lIns="25400" tIns="12700" rIns="25400" bIns="12700" anchor="t">
              <a:spAutoFit/>
            </a:bodyPr>
            <a:lstStyle/>
            <a:p>
              <a:pPr algn="l" eaLnBrk="0" hangingPunct="0">
                <a:lnSpc>
                  <a:spcPct val="104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100" b="0" err="1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읽고</a:t>
              </a:r>
              <a:r>
                <a:rPr sz="110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 </a:t>
              </a:r>
              <a:r>
                <a:rPr sz="1100" b="0" err="1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바로</a:t>
              </a:r>
              <a:r>
                <a:rPr sz="110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 </a:t>
              </a:r>
              <a:r>
                <a:rPr sz="1100" b="0" err="1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행동할</a:t>
              </a:r>
              <a:r>
                <a:rPr sz="110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 수 </a:t>
              </a:r>
              <a:r>
                <a:rPr sz="1100" b="0" err="1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있음</a:t>
              </a:r>
              <a:endParaRPr sz="1100" b="0">
                <a:solidFill>
                  <a:srgbClr val="5C667A"/>
                </a:solidFill>
                <a:latin typeface="Pretendard"/>
                <a:ea typeface="Pretendard"/>
                <a:cs typeface="Pretendard"/>
              </a:endParaRPr>
            </a:p>
          </p:txBody>
        </p:sp>
      </p:grpSp>
      <p:graphicFrame>
        <p:nvGraphicFramePr>
          <p:cNvPr id="61" name="Table 3">
            <a:extLst>
              <a:ext uri="{FF2B5EF4-FFF2-40B4-BE49-F238E27FC236}">
                <a16:creationId xmlns:a16="http://schemas.microsoft.com/office/drawing/2014/main" id="{43AFB3DC-4D5C-CF1B-4B2B-1B32F362C2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153847"/>
              </p:ext>
            </p:extLst>
          </p:nvPr>
        </p:nvGraphicFramePr>
        <p:xfrm>
          <a:off x="506794" y="3429000"/>
          <a:ext cx="4601116" cy="29665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20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5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35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7650">
                <a:tc>
                  <a:txBody>
                    <a:bodyPr/>
                    <a:lstStyle/>
                    <a:p>
                      <a:pPr algn="ctr">
                        <a:lnSpc>
                          <a:spcPct val="103000"/>
                        </a:lnSpc>
                      </a:pPr>
                      <a:r>
                        <a:rPr sz="1200" b="1" err="1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지표</a:t>
                      </a:r>
                      <a:endParaRPr sz="1200" b="1">
                        <a:solidFill>
                          <a:srgbClr val="FFFFFF"/>
                        </a:solidFill>
                        <a:latin typeface="Pretendard SemiBold"/>
                        <a:ea typeface="Pretendard SemiBold"/>
                        <a:cs typeface="Pretendard SemiBold"/>
                      </a:endParaRPr>
                    </a:p>
                  </a:txBody>
                  <a:tcPr marL="101600" marR="88900" marT="50800" marB="50800"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3000"/>
                        </a:lnSpc>
                      </a:pPr>
                      <a:r>
                        <a:rPr sz="1200" b="1" err="1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의미</a:t>
                      </a:r>
                      <a:endParaRPr sz="1200" b="1">
                        <a:solidFill>
                          <a:srgbClr val="FFFFFF"/>
                        </a:solidFill>
                        <a:latin typeface="Pretendard SemiBold"/>
                        <a:ea typeface="Pretendard SemiBold"/>
                        <a:cs typeface="Pretendard SemiBold"/>
                      </a:endParaRPr>
                    </a:p>
                  </a:txBody>
                  <a:tcPr marL="101600" marR="88900" marT="50800" marB="50800"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3000"/>
                        </a:lnSpc>
                      </a:pPr>
                      <a:r>
                        <a:rPr sz="1200" b="1" err="1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목표</a:t>
                      </a:r>
                      <a:endParaRPr sz="1200" b="1">
                        <a:solidFill>
                          <a:srgbClr val="FFFFFF"/>
                        </a:solidFill>
                        <a:latin typeface="Pretendard SemiBold"/>
                        <a:ea typeface="Pretendard SemiBold"/>
                        <a:cs typeface="Pretendard SemiBold"/>
                      </a:endParaRPr>
                    </a:p>
                  </a:txBody>
                  <a:tcPr marL="101600" marR="88900" marT="50800" marB="50800"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3561">
                <a:tc>
                  <a:txBody>
                    <a:bodyPr/>
                    <a:lstStyle/>
                    <a:p>
                      <a:pPr algn="l">
                        <a:lnSpc>
                          <a:spcPct val="103000"/>
                        </a:lnSpc>
                      </a:pPr>
                      <a:r>
                        <a:rPr sz="1100" b="1">
                          <a:solidFill>
                            <a:srgbClr val="1F2A44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CE Loss · PPL</a:t>
                      </a:r>
                    </a:p>
                  </a:txBody>
                  <a:tcPr marL="1016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3000"/>
                        </a:lnSpc>
                      </a:pPr>
                      <a:r>
                        <a:rPr sz="1000" b="0" err="1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언어모델</a:t>
                      </a:r>
                      <a:r>
                        <a:rPr sz="100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 </a:t>
                      </a:r>
                      <a:r>
                        <a:rPr sz="1000" b="0" err="1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품질·학습</a:t>
                      </a:r>
                      <a:r>
                        <a:rPr sz="100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 </a:t>
                      </a:r>
                      <a:r>
                        <a:rPr sz="1000" b="0" err="1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안정성</a:t>
                      </a:r>
                      <a:endParaRPr sz="1000" b="0">
                        <a:solidFill>
                          <a:srgbClr val="1F2A44"/>
                        </a:solidFill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1016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3000"/>
                        </a:lnSpc>
                      </a:pPr>
                      <a:r>
                        <a:rPr sz="105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KD &lt; FT-only &lt; Base</a:t>
                      </a:r>
                    </a:p>
                  </a:txBody>
                  <a:tcPr marL="101600" marR="889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3561">
                <a:tc>
                  <a:txBody>
                    <a:bodyPr/>
                    <a:lstStyle/>
                    <a:p>
                      <a:pPr algn="l">
                        <a:lnSpc>
                          <a:spcPct val="103000"/>
                        </a:lnSpc>
                      </a:pPr>
                      <a:r>
                        <a:rPr sz="1100" b="1" err="1">
                          <a:solidFill>
                            <a:srgbClr val="1F2A44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모델</a:t>
                      </a:r>
                      <a:r>
                        <a:rPr sz="1100" b="1">
                          <a:solidFill>
                            <a:srgbClr val="1F2A44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 </a:t>
                      </a:r>
                      <a:r>
                        <a:rPr sz="1100" b="1" err="1">
                          <a:solidFill>
                            <a:srgbClr val="1F2A44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크기</a:t>
                      </a:r>
                      <a:endParaRPr sz="1100" b="1">
                        <a:solidFill>
                          <a:srgbClr val="1F2A44"/>
                        </a:solidFill>
                        <a:latin typeface="Pretendard SemiBold"/>
                        <a:ea typeface="Pretendard SemiBold"/>
                        <a:cs typeface="Pretendard SemiBold"/>
                      </a:endParaRPr>
                    </a:p>
                  </a:txBody>
                  <a:tcPr marL="101600" marR="88900" marT="50800" marB="50800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3000"/>
                        </a:lnSpc>
                      </a:pPr>
                      <a:r>
                        <a:rPr sz="1000" b="0" err="1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보급폰</a:t>
                      </a:r>
                      <a:r>
                        <a:rPr sz="100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 </a:t>
                      </a:r>
                      <a:r>
                        <a:rPr sz="1000" b="0" err="1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탑재</a:t>
                      </a:r>
                      <a:r>
                        <a:rPr sz="100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 </a:t>
                      </a:r>
                      <a:r>
                        <a:rPr sz="1000" b="0" err="1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가능성</a:t>
                      </a:r>
                      <a:endParaRPr sz="1000" b="0">
                        <a:solidFill>
                          <a:srgbClr val="1F2A44"/>
                        </a:solidFill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101600" marR="88900" marT="50800" marB="50800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3000"/>
                        </a:lnSpc>
                      </a:pPr>
                      <a:r>
                        <a:rPr sz="105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2GB </a:t>
                      </a:r>
                      <a:r>
                        <a:rPr sz="1050" b="0" err="1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이하</a:t>
                      </a:r>
                      <a:r>
                        <a:rPr sz="105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 </a:t>
                      </a:r>
                      <a:r>
                        <a:rPr sz="1050" b="0" err="1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권장</a:t>
                      </a:r>
                      <a:endParaRPr sz="1050" b="0">
                        <a:solidFill>
                          <a:srgbClr val="1F2A44"/>
                        </a:solidFill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101600" marR="88900" marT="50800" marB="50800" anchor="ctr">
                    <a:solidFill>
                      <a:srgbClr val="F1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3561">
                <a:tc>
                  <a:txBody>
                    <a:bodyPr/>
                    <a:lstStyle/>
                    <a:p>
                      <a:pPr algn="l">
                        <a:lnSpc>
                          <a:spcPct val="103000"/>
                        </a:lnSpc>
                      </a:pPr>
                      <a:r>
                        <a:rPr sz="1100" b="1" err="1">
                          <a:solidFill>
                            <a:srgbClr val="1F2A44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추론</a:t>
                      </a:r>
                      <a:r>
                        <a:rPr sz="1100" b="1">
                          <a:solidFill>
                            <a:srgbClr val="1F2A44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 </a:t>
                      </a:r>
                      <a:r>
                        <a:rPr sz="1100" b="1" err="1">
                          <a:solidFill>
                            <a:srgbClr val="1F2A44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속도</a:t>
                      </a:r>
                      <a:r>
                        <a:rPr sz="1100" b="1">
                          <a:solidFill>
                            <a:srgbClr val="1F2A44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 · p90</a:t>
                      </a:r>
                    </a:p>
                  </a:txBody>
                  <a:tcPr marL="1016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3000"/>
                        </a:lnSpc>
                      </a:pPr>
                      <a:r>
                        <a:rPr sz="1000" b="0" err="1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실시간</a:t>
                      </a:r>
                      <a:r>
                        <a:rPr sz="100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 </a:t>
                      </a:r>
                      <a:r>
                        <a:rPr sz="1000" b="0" err="1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상담</a:t>
                      </a:r>
                      <a:r>
                        <a:rPr sz="100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 </a:t>
                      </a:r>
                      <a:r>
                        <a:rPr sz="1000" b="0" err="1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가능성</a:t>
                      </a:r>
                      <a:endParaRPr sz="1000" b="0">
                        <a:solidFill>
                          <a:srgbClr val="1F2A44"/>
                        </a:solidFill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1016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3000"/>
                        </a:lnSpc>
                      </a:pPr>
                      <a:r>
                        <a:rPr sz="105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15초 </a:t>
                      </a:r>
                      <a:r>
                        <a:rPr sz="1050" b="0" err="1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이내</a:t>
                      </a:r>
                      <a:endParaRPr sz="1050" b="0">
                        <a:solidFill>
                          <a:srgbClr val="1F2A44"/>
                        </a:solidFill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101600" marR="889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3561">
                <a:tc>
                  <a:txBody>
                    <a:bodyPr/>
                    <a:lstStyle/>
                    <a:p>
                      <a:pPr algn="l">
                        <a:lnSpc>
                          <a:spcPct val="103000"/>
                        </a:lnSpc>
                      </a:pPr>
                      <a:r>
                        <a:rPr sz="1100" b="1">
                          <a:solidFill>
                            <a:srgbClr val="1F2A44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경량화 손실</a:t>
                      </a:r>
                    </a:p>
                  </a:txBody>
                  <a:tcPr marL="101600" marR="88900" marT="50800" marB="50800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3000"/>
                        </a:lnSpc>
                      </a:pPr>
                      <a:r>
                        <a:rPr sz="1000" b="0" err="1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줄인</a:t>
                      </a:r>
                      <a:r>
                        <a:rPr sz="100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 뒤 </a:t>
                      </a:r>
                      <a:r>
                        <a:rPr sz="1000" b="0" err="1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</a:t>
                      </a:r>
                      <a:r>
                        <a:rPr sz="100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 </a:t>
                      </a:r>
                      <a:r>
                        <a:rPr sz="1000" b="0" err="1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저하</a:t>
                      </a:r>
                      <a:r>
                        <a:rPr sz="100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 </a:t>
                      </a:r>
                      <a:r>
                        <a:rPr sz="1000" b="0" err="1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여부</a:t>
                      </a:r>
                      <a:endParaRPr sz="1000" b="0">
                        <a:solidFill>
                          <a:srgbClr val="1F2A44"/>
                        </a:solidFill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101600" marR="88900" marT="50800" marB="50800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3000"/>
                        </a:lnSpc>
                      </a:pPr>
                      <a:r>
                        <a:rPr sz="1050" b="0" err="1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</a:t>
                      </a:r>
                      <a:r>
                        <a:rPr sz="105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 </a:t>
                      </a:r>
                      <a:r>
                        <a:rPr sz="1050" b="0" err="1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지표</a:t>
                      </a:r>
                      <a:r>
                        <a:rPr sz="105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 5~10%p↓</a:t>
                      </a:r>
                    </a:p>
                  </a:txBody>
                  <a:tcPr marL="101600" marR="88900" marT="50800" marB="50800" anchor="ctr">
                    <a:solidFill>
                      <a:srgbClr val="F1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3561">
                <a:tc>
                  <a:txBody>
                    <a:bodyPr/>
                    <a:lstStyle/>
                    <a:p>
                      <a:pPr algn="l">
                        <a:lnSpc>
                          <a:spcPct val="103000"/>
                        </a:lnSpc>
                      </a:pPr>
                      <a:r>
                        <a:rPr sz="1100" b="1">
                          <a:solidFill>
                            <a:srgbClr val="1F2A44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결론 일치율</a:t>
                      </a:r>
                    </a:p>
                  </a:txBody>
                  <a:tcPr marL="1016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3000"/>
                        </a:lnSpc>
                      </a:pPr>
                      <a:r>
                        <a:rPr sz="100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Teacher </a:t>
                      </a:r>
                      <a:r>
                        <a:rPr sz="1000" b="0" err="1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판단</a:t>
                      </a:r>
                      <a:r>
                        <a:rPr sz="100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 </a:t>
                      </a:r>
                      <a:r>
                        <a:rPr sz="1000" b="0" err="1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방향</a:t>
                      </a:r>
                      <a:r>
                        <a:rPr sz="100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 </a:t>
                      </a:r>
                      <a:r>
                        <a:rPr sz="1000" b="0" err="1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보존</a:t>
                      </a:r>
                      <a:endParaRPr sz="1000" b="0">
                        <a:solidFill>
                          <a:srgbClr val="1F2A44"/>
                        </a:solidFill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1016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3000"/>
                        </a:lnSpc>
                      </a:pPr>
                      <a:r>
                        <a:rPr sz="1050" b="0" err="1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일반</a:t>
                      </a:r>
                      <a:r>
                        <a:rPr sz="105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 </a:t>
                      </a:r>
                      <a:r>
                        <a:rPr sz="1050" b="0" err="1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문항</a:t>
                      </a:r>
                      <a:r>
                        <a:rPr sz="105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 ≥85%</a:t>
                      </a:r>
                    </a:p>
                  </a:txBody>
                  <a:tcPr marL="101600" marR="889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3561">
                <a:tc>
                  <a:txBody>
                    <a:bodyPr/>
                    <a:lstStyle/>
                    <a:p>
                      <a:pPr algn="l">
                        <a:lnSpc>
                          <a:spcPct val="103000"/>
                        </a:lnSpc>
                      </a:pPr>
                      <a:r>
                        <a:rPr sz="1100" b="1">
                          <a:solidFill>
                            <a:srgbClr val="1F2A44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핵심 정보 보존율</a:t>
                      </a:r>
                    </a:p>
                  </a:txBody>
                  <a:tcPr marL="101600" marR="88900" marT="50800" marB="50800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3000"/>
                        </a:lnSpc>
                      </a:pPr>
                      <a:r>
                        <a:rPr sz="1000" b="0" err="1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의료</a:t>
                      </a:r>
                      <a:r>
                        <a:rPr sz="100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 </a:t>
                      </a:r>
                      <a:r>
                        <a:rPr sz="1000" b="0" err="1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</a:t>
                      </a:r>
                      <a:r>
                        <a:rPr sz="100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 </a:t>
                      </a:r>
                      <a:r>
                        <a:rPr sz="1000" b="0" err="1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</a:t>
                      </a:r>
                      <a:r>
                        <a:rPr sz="100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 </a:t>
                      </a:r>
                      <a:r>
                        <a:rPr sz="1000" b="0" err="1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누락</a:t>
                      </a:r>
                      <a:r>
                        <a:rPr sz="100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 </a:t>
                      </a:r>
                      <a:r>
                        <a:rPr sz="1000" b="0" err="1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방지</a:t>
                      </a:r>
                      <a:endParaRPr sz="1000" b="0">
                        <a:solidFill>
                          <a:srgbClr val="1F2A44"/>
                        </a:solidFill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101600" marR="88900" marT="50800" marB="50800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3000"/>
                        </a:lnSpc>
                      </a:pPr>
                      <a:r>
                        <a:rPr sz="105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≥90%</a:t>
                      </a:r>
                    </a:p>
                  </a:txBody>
                  <a:tcPr marL="101600" marR="88900" marT="50800" marB="50800" anchor="ctr">
                    <a:solidFill>
                      <a:srgbClr val="F1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3561">
                <a:tc>
                  <a:txBody>
                    <a:bodyPr/>
                    <a:lstStyle/>
                    <a:p>
                      <a:pPr algn="l">
                        <a:lnSpc>
                          <a:spcPct val="103000"/>
                        </a:lnSpc>
                      </a:pPr>
                      <a:r>
                        <a:rPr sz="1100" b="1">
                          <a:solidFill>
                            <a:srgbClr val="1F2A44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외부 통신</a:t>
                      </a:r>
                    </a:p>
                  </a:txBody>
                  <a:tcPr marL="101600" marR="88900" marT="50800" marB="50800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3000"/>
                        </a:lnSpc>
                      </a:pPr>
                      <a:r>
                        <a:rPr sz="1000" b="0" err="1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온디바이스·오프라인</a:t>
                      </a:r>
                      <a:r>
                        <a:rPr sz="100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 </a:t>
                      </a:r>
                      <a:r>
                        <a:rPr sz="1000" b="0" err="1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작동</a:t>
                      </a:r>
                      <a:endParaRPr sz="1000" b="0">
                        <a:solidFill>
                          <a:srgbClr val="1F2A44"/>
                        </a:solidFill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101600" marR="88900" marT="50800" marB="50800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3000"/>
                        </a:lnSpc>
                      </a:pPr>
                      <a:r>
                        <a:rPr sz="105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0건</a:t>
                      </a:r>
                    </a:p>
                  </a:txBody>
                  <a:tcPr marL="101600" marR="88900" marT="50800" marB="50800" anchor="ctr">
                    <a:solidFill>
                      <a:srgbClr val="F1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62" name="그룹 61">
            <a:extLst>
              <a:ext uri="{FF2B5EF4-FFF2-40B4-BE49-F238E27FC236}">
                <a16:creationId xmlns:a16="http://schemas.microsoft.com/office/drawing/2014/main" id="{ABFBA1C3-4706-05E5-25E6-BDDF4604535E}"/>
              </a:ext>
            </a:extLst>
          </p:cNvPr>
          <p:cNvGrpSpPr/>
          <p:nvPr/>
        </p:nvGrpSpPr>
        <p:grpSpPr>
          <a:xfrm>
            <a:off x="6187598" y="1851214"/>
            <a:ext cx="2670048" cy="896112"/>
            <a:chOff x="3291840" y="1627632"/>
            <a:chExt cx="2670048" cy="896112"/>
          </a:xfrm>
        </p:grpSpPr>
        <p:sp>
          <p:nvSpPr>
            <p:cNvPr id="63" name="Rounded Rectangle 8">
              <a:extLst>
                <a:ext uri="{FF2B5EF4-FFF2-40B4-BE49-F238E27FC236}">
                  <a16:creationId xmlns:a16="http://schemas.microsoft.com/office/drawing/2014/main" id="{28BF643B-5878-194F-1005-17A167AFE89C}"/>
                </a:ext>
              </a:extLst>
            </p:cNvPr>
            <p:cNvSpPr/>
            <p:nvPr/>
          </p:nvSpPr>
          <p:spPr>
            <a:xfrm>
              <a:off x="3291840" y="1627632"/>
              <a:ext cx="2670048" cy="896112"/>
            </a:xfrm>
            <a:prstGeom prst="roundRect">
              <a:avLst>
                <a:gd name="adj" fmla="val 6000"/>
              </a:avLst>
            </a:prstGeom>
            <a:solidFill>
              <a:srgbClr val="FCECEA"/>
            </a:solidFill>
            <a:ln w="15240">
              <a:solidFill>
                <a:srgbClr val="D4DBE8"/>
              </a:solidFill>
            </a:ln>
            <a:effectLst>
              <a:outerShdw blurRad="76200" dist="38100" dir="5400000" rotWithShape="0">
                <a:srgbClr val="1A2440">
                  <a:alpha val="82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hangingPunct="0"/>
              <a:endParaRPr sz="2000"/>
            </a:p>
          </p:txBody>
        </p:sp>
        <p:sp>
          <p:nvSpPr>
            <p:cNvPr id="64" name="Cross 9">
              <a:extLst>
                <a:ext uri="{FF2B5EF4-FFF2-40B4-BE49-F238E27FC236}">
                  <a16:creationId xmlns:a16="http://schemas.microsoft.com/office/drawing/2014/main" id="{FC6ED741-C033-4A27-E442-19C7380BA1F5}"/>
                </a:ext>
              </a:extLst>
            </p:cNvPr>
            <p:cNvSpPr/>
            <p:nvPr/>
          </p:nvSpPr>
          <p:spPr>
            <a:xfrm>
              <a:off x="3474720" y="1883664"/>
              <a:ext cx="384048" cy="384048"/>
            </a:xfrm>
            <a:prstGeom prst="plus">
              <a:avLst>
                <a:gd name="adj" fmla="val 32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hangingPunct="0"/>
              <a:endParaRPr sz="2000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7A79BFF6-D1EC-5116-679D-D2CAA60BAAC9}"/>
                </a:ext>
              </a:extLst>
            </p:cNvPr>
            <p:cNvSpPr txBox="1"/>
            <p:nvPr/>
          </p:nvSpPr>
          <p:spPr>
            <a:xfrm>
              <a:off x="4005072" y="1737360"/>
              <a:ext cx="1847088" cy="271677"/>
            </a:xfrm>
            <a:prstGeom prst="rect">
              <a:avLst/>
            </a:prstGeom>
            <a:noFill/>
          </p:spPr>
          <p:txBody>
            <a:bodyPr wrap="square" lIns="25400" tIns="12700" rIns="25400" bIns="12700" anchor="t">
              <a:spAutoFit/>
            </a:bodyPr>
            <a:lstStyle/>
            <a:p>
              <a:pPr algn="l" eaLnBrk="0" hangingPunct="0">
                <a:lnSpc>
                  <a:spcPct val="105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600" b="1" err="1">
                  <a:solidFill>
                    <a:srgbClr val="17213B"/>
                  </a:solidFill>
                  <a:latin typeface="Pretendard SemiBold"/>
                  <a:ea typeface="Pretendard SemiBold"/>
                  <a:cs typeface="Pretendard SemiBold"/>
                </a:rPr>
                <a:t>의료</a:t>
              </a:r>
              <a:r>
                <a:rPr sz="1600" b="1">
                  <a:solidFill>
                    <a:srgbClr val="17213B"/>
                  </a:solidFill>
                  <a:latin typeface="Pretendard SemiBold"/>
                  <a:ea typeface="Pretendard SemiBold"/>
                  <a:cs typeface="Pretendard SemiBold"/>
                </a:rPr>
                <a:t> </a:t>
              </a:r>
              <a:r>
                <a:rPr sz="1600" b="1" err="1">
                  <a:solidFill>
                    <a:srgbClr val="17213B"/>
                  </a:solidFill>
                  <a:latin typeface="Pretendard SemiBold"/>
                  <a:ea typeface="Pretendard SemiBold"/>
                  <a:cs typeface="Pretendard SemiBold"/>
                </a:rPr>
                <a:t>안전</a:t>
              </a:r>
              <a:endParaRPr sz="1600" b="1">
                <a:solidFill>
                  <a:srgbClr val="17213B"/>
                </a:solidFill>
                <a:latin typeface="Pretendard SemiBold"/>
                <a:ea typeface="Pretendard SemiBold"/>
                <a:cs typeface="Pretendard SemiBold"/>
              </a:endParaRP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406E7AF4-AF49-9001-BE07-C67F722765FC}"/>
                </a:ext>
              </a:extLst>
            </p:cNvPr>
            <p:cNvSpPr txBox="1"/>
            <p:nvPr/>
          </p:nvSpPr>
          <p:spPr>
            <a:xfrm>
              <a:off x="4005072" y="2084832"/>
              <a:ext cx="1847088" cy="193643"/>
            </a:xfrm>
            <a:prstGeom prst="rect">
              <a:avLst/>
            </a:prstGeom>
            <a:noFill/>
          </p:spPr>
          <p:txBody>
            <a:bodyPr wrap="square" lIns="25400" tIns="12700" rIns="25400" bIns="12700" anchor="t">
              <a:spAutoFit/>
            </a:bodyPr>
            <a:lstStyle/>
            <a:p>
              <a:pPr algn="l" eaLnBrk="0" hangingPunct="0">
                <a:lnSpc>
                  <a:spcPct val="104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10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위험 답변</a:t>
              </a:r>
              <a:r>
                <a:rPr lang="en-US" sz="110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 </a:t>
              </a:r>
              <a:r>
                <a:rPr lang="ko-KR" altLang="en-US" sz="110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차단이 최우선</a:t>
              </a:r>
              <a:endParaRPr sz="1100" b="0">
                <a:solidFill>
                  <a:srgbClr val="5C667A"/>
                </a:solidFill>
                <a:latin typeface="Pretendard"/>
                <a:ea typeface="Pretendard"/>
                <a:cs typeface="Pretendard"/>
              </a:endParaRPr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78840E1F-BAA1-C88C-F71E-86E8792C1FF4}"/>
              </a:ext>
            </a:extLst>
          </p:cNvPr>
          <p:cNvGrpSpPr/>
          <p:nvPr/>
        </p:nvGrpSpPr>
        <p:grpSpPr>
          <a:xfrm>
            <a:off x="5246538" y="2969670"/>
            <a:ext cx="3209349" cy="3506300"/>
            <a:chOff x="5246538" y="2969670"/>
            <a:chExt cx="3209349" cy="3506300"/>
          </a:xfrm>
        </p:grpSpPr>
        <p:sp>
          <p:nvSpPr>
            <p:cNvPr id="68" name="Rounded Rectangle 24">
              <a:extLst>
                <a:ext uri="{FF2B5EF4-FFF2-40B4-BE49-F238E27FC236}">
                  <a16:creationId xmlns:a16="http://schemas.microsoft.com/office/drawing/2014/main" id="{940E0FFC-EA2F-8802-1988-7A9EE08F2736}"/>
                </a:ext>
              </a:extLst>
            </p:cNvPr>
            <p:cNvSpPr/>
            <p:nvPr/>
          </p:nvSpPr>
          <p:spPr>
            <a:xfrm>
              <a:off x="5246538" y="2969670"/>
              <a:ext cx="3209349" cy="3506300"/>
            </a:xfrm>
            <a:prstGeom prst="roundRect">
              <a:avLst>
                <a:gd name="adj" fmla="val 6000"/>
              </a:avLst>
            </a:prstGeom>
            <a:solidFill>
              <a:srgbClr val="FCEC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hangingPunct="0"/>
              <a:endParaRPr sz="1600"/>
            </a:p>
          </p:txBody>
        </p:sp>
        <p:sp>
          <p:nvSpPr>
            <p:cNvPr id="69" name="Rectangle 25">
              <a:extLst>
                <a:ext uri="{FF2B5EF4-FFF2-40B4-BE49-F238E27FC236}">
                  <a16:creationId xmlns:a16="http://schemas.microsoft.com/office/drawing/2014/main" id="{E9FA4446-BF3B-EB45-62BB-ECA76666AE73}"/>
                </a:ext>
              </a:extLst>
            </p:cNvPr>
            <p:cNvSpPr/>
            <p:nvPr/>
          </p:nvSpPr>
          <p:spPr>
            <a:xfrm>
              <a:off x="5246538" y="2969670"/>
              <a:ext cx="44575" cy="3506300"/>
            </a:xfrm>
            <a:prstGeom prst="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hangingPunct="0"/>
              <a:endParaRPr sz="1600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D96E5CC-C07C-4321-EFDE-4F8B51981497}"/>
                </a:ext>
              </a:extLst>
            </p:cNvPr>
            <p:cNvSpPr txBox="1"/>
            <p:nvPr/>
          </p:nvSpPr>
          <p:spPr>
            <a:xfrm>
              <a:off x="5353517" y="3096404"/>
              <a:ext cx="3022137" cy="448875"/>
            </a:xfrm>
            <a:prstGeom prst="rect">
              <a:avLst/>
            </a:prstGeom>
            <a:noFill/>
          </p:spPr>
          <p:txBody>
            <a:bodyPr wrap="square" lIns="25400" tIns="12700" rIns="25400" bIns="12700" anchor="t">
              <a:spAutoFit/>
            </a:bodyPr>
            <a:lstStyle/>
            <a:p>
              <a:pPr algn="l" eaLnBrk="0" hangingPunct="0">
                <a:lnSpc>
                  <a:spcPct val="105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400" b="1" err="1">
                  <a:solidFill>
                    <a:srgbClr val="C0392B"/>
                  </a:solidFill>
                  <a:latin typeface="Pretendard SemiBold"/>
                  <a:ea typeface="Pretendard SemiBold"/>
                  <a:cs typeface="Pretendard SemiBold"/>
                </a:rPr>
                <a:t>의료</a:t>
              </a:r>
              <a:r>
                <a:rPr sz="1400" b="1">
                  <a:solidFill>
                    <a:srgbClr val="C0392B"/>
                  </a:solidFill>
                  <a:latin typeface="Pretendard SemiBold"/>
                  <a:ea typeface="Pretendard SemiBold"/>
                  <a:cs typeface="Pretendard SemiBold"/>
                </a:rPr>
                <a:t> </a:t>
              </a:r>
              <a:r>
                <a:rPr sz="1400" b="1" err="1">
                  <a:solidFill>
                    <a:srgbClr val="C0392B"/>
                  </a:solidFill>
                  <a:latin typeface="Pretendard SemiBold"/>
                  <a:ea typeface="Pretendard SemiBold"/>
                  <a:cs typeface="Pretendard SemiBold"/>
                </a:rPr>
                <a:t>안전</a:t>
              </a:r>
              <a:endParaRPr lang="en-US" sz="1400" b="1">
                <a:solidFill>
                  <a:srgbClr val="C0392B"/>
                </a:solidFill>
                <a:latin typeface="Pretendard SemiBold"/>
                <a:ea typeface="Pretendard SemiBold"/>
                <a:cs typeface="Pretendard SemiBold"/>
              </a:endParaRPr>
            </a:p>
            <a:p>
              <a:pPr algn="l" eaLnBrk="0" hangingPunct="0">
                <a:lnSpc>
                  <a:spcPct val="105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lang="en-US" sz="1400" b="1">
                  <a:solidFill>
                    <a:srgbClr val="C0392B"/>
                  </a:solidFill>
                  <a:latin typeface="Pretendard SemiBold"/>
                  <a:ea typeface="Pretendard SemiBold"/>
                  <a:cs typeface="Pretendard SemiBold"/>
                </a:rPr>
                <a:t> </a:t>
              </a:r>
              <a:r>
                <a:rPr sz="1400" b="1">
                  <a:solidFill>
                    <a:srgbClr val="C0392B"/>
                  </a:solidFill>
                  <a:latin typeface="Pretendard SemiBold"/>
                  <a:ea typeface="Pretendard SemiBold"/>
                  <a:cs typeface="Pretendard SemiBold"/>
                </a:rPr>
                <a:t>— </a:t>
              </a:r>
              <a:r>
                <a:rPr sz="1400" b="1" err="1">
                  <a:solidFill>
                    <a:srgbClr val="C0392B"/>
                  </a:solidFill>
                  <a:latin typeface="Pretendard SemiBold"/>
                  <a:ea typeface="Pretendard SemiBold"/>
                  <a:cs typeface="Pretendard SemiBold"/>
                </a:rPr>
                <a:t>위험을</a:t>
              </a:r>
              <a:r>
                <a:rPr sz="1400" b="1">
                  <a:solidFill>
                    <a:srgbClr val="C0392B"/>
                  </a:solidFill>
                  <a:latin typeface="Pretendard SemiBold"/>
                  <a:ea typeface="Pretendard SemiBold"/>
                  <a:cs typeface="Pretendard SemiBold"/>
                </a:rPr>
                <a:t> </a:t>
              </a:r>
              <a:r>
                <a:rPr sz="1400" b="1" err="1">
                  <a:solidFill>
                    <a:srgbClr val="C0392B"/>
                  </a:solidFill>
                  <a:latin typeface="Pretendard SemiBold"/>
                  <a:ea typeface="Pretendard SemiBold"/>
                  <a:cs typeface="Pretendard SemiBold"/>
                </a:rPr>
                <a:t>놓치는</a:t>
              </a:r>
              <a:r>
                <a:rPr sz="1400" b="1">
                  <a:solidFill>
                    <a:srgbClr val="C0392B"/>
                  </a:solidFill>
                  <a:latin typeface="Pretendard SemiBold"/>
                  <a:ea typeface="Pretendard SemiBold"/>
                  <a:cs typeface="Pretendard SemiBold"/>
                </a:rPr>
                <a:t> </a:t>
              </a:r>
              <a:r>
                <a:rPr sz="1400" b="1" err="1">
                  <a:solidFill>
                    <a:srgbClr val="C0392B"/>
                  </a:solidFill>
                  <a:latin typeface="Pretendard SemiBold"/>
                  <a:ea typeface="Pretendard SemiBold"/>
                  <a:cs typeface="Pretendard SemiBold"/>
                </a:rPr>
                <a:t>답이</a:t>
              </a:r>
              <a:r>
                <a:rPr sz="1400" b="1">
                  <a:solidFill>
                    <a:srgbClr val="C0392B"/>
                  </a:solidFill>
                  <a:latin typeface="Pretendard SemiBold"/>
                  <a:ea typeface="Pretendard SemiBold"/>
                  <a:cs typeface="Pretendard SemiBold"/>
                </a:rPr>
                <a:t> </a:t>
              </a:r>
              <a:r>
                <a:rPr lang="en-US" sz="1400" b="1">
                  <a:solidFill>
                    <a:srgbClr val="C0392B"/>
                  </a:solidFill>
                  <a:latin typeface="Pretendard SemiBold"/>
                  <a:ea typeface="Pretendard SemiBold"/>
                  <a:cs typeface="Pretendard SemiBold"/>
                </a:rPr>
                <a:t>Worst</a:t>
              </a:r>
              <a:endParaRPr sz="1400" b="1">
                <a:solidFill>
                  <a:srgbClr val="C0392B"/>
                </a:solidFill>
                <a:latin typeface="Pretendard SemiBold"/>
                <a:ea typeface="Pretendard SemiBold"/>
                <a:cs typeface="Pretendard SemiBold"/>
              </a:endParaRP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5E45A894-BCE8-9343-0E30-BBE111658FAE}"/>
                </a:ext>
              </a:extLst>
            </p:cNvPr>
            <p:cNvSpPr txBox="1"/>
            <p:nvPr/>
          </p:nvSpPr>
          <p:spPr>
            <a:xfrm>
              <a:off x="5353518" y="3711428"/>
              <a:ext cx="2778898" cy="184731"/>
            </a:xfrm>
            <a:prstGeom prst="rect">
              <a:avLst/>
            </a:prstGeom>
            <a:noFill/>
          </p:spPr>
          <p:txBody>
            <a:bodyPr wrap="square" lIns="25400" tIns="12700" rIns="25400" bIns="12700" anchor="t">
              <a:spAutoFit/>
            </a:bodyPr>
            <a:lstStyle/>
            <a:p>
              <a:pPr algn="l" eaLnBrk="0" hangingPunct="0">
                <a:lnSpc>
                  <a:spcPct val="103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lang="ko-KR" altLang="en-US" sz="105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판단 </a:t>
              </a:r>
              <a:r>
                <a:rPr sz="105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문항</a:t>
              </a:r>
              <a:r>
                <a:rPr lang="en-US" sz="105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(</a:t>
              </a:r>
              <a:r>
                <a:rPr lang="ko-KR" altLang="en-US" sz="105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약 </a:t>
              </a:r>
              <a:r>
                <a:rPr lang="en-US" altLang="ko-KR" sz="105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100</a:t>
              </a:r>
              <a:r>
                <a:rPr sz="105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개</a:t>
              </a:r>
              <a:r>
                <a:rPr lang="en-US" sz="105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)</a:t>
              </a:r>
              <a:r>
                <a:rPr lang="ko-KR" altLang="en-US" sz="105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을 구성해</a:t>
              </a:r>
              <a:r>
                <a:rPr sz="105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 위험 답</a:t>
              </a:r>
              <a:r>
                <a:rPr lang="ko-KR" altLang="en-US" sz="105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안</a:t>
              </a:r>
              <a:r>
                <a:rPr lang="en-US" sz="105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 </a:t>
              </a:r>
              <a:r>
                <a:rPr lang="ko-KR" altLang="en-US" sz="105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판별</a:t>
              </a:r>
              <a:endParaRPr sz="1050" b="0">
                <a:solidFill>
                  <a:srgbClr val="5C667A"/>
                </a:solidFill>
                <a:latin typeface="Pretendard"/>
                <a:ea typeface="Pretendard"/>
                <a:cs typeface="Pretendard"/>
              </a:endParaRPr>
            </a:p>
          </p:txBody>
        </p:sp>
        <p:sp>
          <p:nvSpPr>
            <p:cNvPr id="72" name="Rounded Rectangle 28">
              <a:extLst>
                <a:ext uri="{FF2B5EF4-FFF2-40B4-BE49-F238E27FC236}">
                  <a16:creationId xmlns:a16="http://schemas.microsoft.com/office/drawing/2014/main" id="{7A74E68E-D52C-4096-7EFD-F244A7611EE6}"/>
                </a:ext>
              </a:extLst>
            </p:cNvPr>
            <p:cNvSpPr/>
            <p:nvPr/>
          </p:nvSpPr>
          <p:spPr>
            <a:xfrm>
              <a:off x="5353517" y="4106472"/>
              <a:ext cx="2995393" cy="633669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2700">
              <a:solidFill>
                <a:srgbClr val="D4DBE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hangingPunct="0"/>
              <a:endParaRPr sz="1600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95971B65-8609-FDCB-3388-46AD06E967EA}"/>
                </a:ext>
              </a:extLst>
            </p:cNvPr>
            <p:cNvSpPr txBox="1"/>
            <p:nvPr/>
          </p:nvSpPr>
          <p:spPr>
            <a:xfrm>
              <a:off x="5428401" y="4159276"/>
              <a:ext cx="2326778" cy="191441"/>
            </a:xfrm>
            <a:prstGeom prst="rect">
              <a:avLst/>
            </a:prstGeom>
            <a:noFill/>
          </p:spPr>
          <p:txBody>
            <a:bodyPr wrap="square" lIns="25400" tIns="12700" rIns="25400" bIns="12700" anchor="t">
              <a:spAutoFit/>
            </a:bodyPr>
            <a:lstStyle/>
            <a:p>
              <a:pPr algn="l" eaLnBrk="0" hangingPunct="0">
                <a:lnSpc>
                  <a:spcPct val="105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200" b="1">
                  <a:solidFill>
                    <a:srgbClr val="C0392B"/>
                  </a:solidFill>
                  <a:latin typeface="Pretendard SemiBold"/>
                  <a:ea typeface="Pretendard SemiBold"/>
                  <a:cs typeface="Pretendard SemiBold"/>
                </a:rPr>
                <a:t>응급 놓침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0D56964B-970E-8D34-E1C2-A101D390D69A}"/>
                </a:ext>
              </a:extLst>
            </p:cNvPr>
            <p:cNvSpPr txBox="1"/>
            <p:nvPr/>
          </p:nvSpPr>
          <p:spPr>
            <a:xfrm>
              <a:off x="5428401" y="4411273"/>
              <a:ext cx="2301888" cy="164148"/>
            </a:xfrm>
            <a:prstGeom prst="rect">
              <a:avLst/>
            </a:prstGeom>
            <a:noFill/>
          </p:spPr>
          <p:txBody>
            <a:bodyPr wrap="square" lIns="25400" tIns="12700" rIns="25400" bIns="12700" anchor="t">
              <a:spAutoFit/>
            </a:bodyPr>
            <a:lstStyle/>
            <a:p>
              <a:pPr algn="l" eaLnBrk="0" hangingPunct="0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90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병원</a:t>
              </a:r>
              <a:r>
                <a:rPr lang="en-US" sz="90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 </a:t>
              </a:r>
              <a:r>
                <a:rPr sz="90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가야 할 </a:t>
              </a:r>
              <a:r>
                <a:rPr sz="900" b="0" err="1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상황에</a:t>
              </a:r>
              <a:r>
                <a:rPr sz="90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 </a:t>
              </a:r>
              <a:r>
                <a:rPr sz="900" b="0" err="1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집에서</a:t>
              </a:r>
              <a:r>
                <a:rPr sz="90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 </a:t>
              </a:r>
              <a:r>
                <a:rPr sz="900" b="0" err="1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관리하라</a:t>
              </a:r>
              <a:r>
                <a:rPr sz="90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 </a:t>
              </a:r>
              <a:r>
                <a:rPr sz="900" b="0" err="1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했는지</a:t>
              </a:r>
              <a:endParaRPr sz="900" b="0">
                <a:solidFill>
                  <a:srgbClr val="5C667A"/>
                </a:solidFill>
                <a:latin typeface="Pretendard"/>
                <a:ea typeface="Pretendard"/>
                <a:cs typeface="Pretendard"/>
              </a:endParaRPr>
            </a:p>
          </p:txBody>
        </p:sp>
        <p:sp>
          <p:nvSpPr>
            <p:cNvPr id="75" name="Rounded Rectangle 31">
              <a:extLst>
                <a:ext uri="{FF2B5EF4-FFF2-40B4-BE49-F238E27FC236}">
                  <a16:creationId xmlns:a16="http://schemas.microsoft.com/office/drawing/2014/main" id="{B3612C19-F9BF-F213-D9C1-901417F460E9}"/>
                </a:ext>
              </a:extLst>
            </p:cNvPr>
            <p:cNvSpPr/>
            <p:nvPr/>
          </p:nvSpPr>
          <p:spPr>
            <a:xfrm>
              <a:off x="7713279" y="4190961"/>
              <a:ext cx="545589" cy="46469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778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25400" tIns="0" rIns="25400" bIns="0" rtlCol="0" anchor="ctr"/>
            <a:lstStyle/>
            <a:p>
              <a:pPr algn="ctr" eaLnBrk="0" hangingPunct="0"/>
              <a:r>
                <a:rPr sz="1200" b="1">
                  <a:solidFill>
                    <a:srgbClr val="C0392B"/>
                  </a:solidFill>
                  <a:latin typeface="Pretendard SemiBold"/>
                  <a:ea typeface="Pretendard SemiBold"/>
                  <a:cs typeface="Pretendard SemiBold"/>
                </a:rPr>
                <a:t>0건</a:t>
              </a:r>
            </a:p>
          </p:txBody>
        </p:sp>
        <p:sp>
          <p:nvSpPr>
            <p:cNvPr id="76" name="Rounded Rectangle 32">
              <a:extLst>
                <a:ext uri="{FF2B5EF4-FFF2-40B4-BE49-F238E27FC236}">
                  <a16:creationId xmlns:a16="http://schemas.microsoft.com/office/drawing/2014/main" id="{5858F8A5-B327-D8E2-3F20-772B048297C4}"/>
                </a:ext>
              </a:extLst>
            </p:cNvPr>
            <p:cNvSpPr/>
            <p:nvPr/>
          </p:nvSpPr>
          <p:spPr>
            <a:xfrm>
              <a:off x="5353517" y="4814068"/>
              <a:ext cx="2995393" cy="633669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2700">
              <a:solidFill>
                <a:srgbClr val="D4DBE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hangingPunct="0"/>
              <a:endParaRPr sz="1600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B92EA1F7-95DA-4104-63D7-4A1BD85F5BFF}"/>
                </a:ext>
              </a:extLst>
            </p:cNvPr>
            <p:cNvSpPr txBox="1"/>
            <p:nvPr/>
          </p:nvSpPr>
          <p:spPr>
            <a:xfrm>
              <a:off x="5428401" y="4866874"/>
              <a:ext cx="2326778" cy="210186"/>
            </a:xfrm>
            <a:prstGeom prst="rect">
              <a:avLst/>
            </a:prstGeom>
            <a:noFill/>
          </p:spPr>
          <p:txBody>
            <a:bodyPr wrap="square" lIns="25400" tIns="12700" rIns="25400" bIns="12700" anchor="t">
              <a:spAutoFit/>
            </a:bodyPr>
            <a:lstStyle/>
            <a:p>
              <a:pPr algn="l" eaLnBrk="0" hangingPunct="0">
                <a:lnSpc>
                  <a:spcPct val="105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200" b="1">
                  <a:solidFill>
                    <a:srgbClr val="C0392B"/>
                  </a:solidFill>
                  <a:latin typeface="Pretendard SemiBold"/>
                  <a:ea typeface="Pretendard SemiBold"/>
                  <a:cs typeface="Pretendard SemiBold"/>
                </a:rPr>
                <a:t>약 임의 변경</a:t>
              </a:r>
              <a:r>
                <a:rPr lang="en-US" sz="1200" b="1">
                  <a:solidFill>
                    <a:srgbClr val="C0392B"/>
                  </a:solidFill>
                  <a:latin typeface="Pretendard SemiBold"/>
                  <a:ea typeface="Pretendard SemiBold"/>
                  <a:cs typeface="Pretendard SemiBold"/>
                </a:rPr>
                <a:t> </a:t>
              </a:r>
              <a:r>
                <a:rPr lang="ko-KR" altLang="en-US" sz="1200" b="1">
                  <a:solidFill>
                    <a:srgbClr val="C0392B"/>
                  </a:solidFill>
                  <a:latin typeface="Pretendard SemiBold"/>
                  <a:ea typeface="Pretendard SemiBold"/>
                  <a:cs typeface="Pretendard SemiBold"/>
                </a:rPr>
                <a:t>안내</a:t>
              </a:r>
              <a:endParaRPr sz="1200" b="1">
                <a:solidFill>
                  <a:srgbClr val="C0392B"/>
                </a:solidFill>
                <a:latin typeface="Pretendard SemiBold"/>
                <a:ea typeface="Pretendard SemiBold"/>
                <a:cs typeface="Pretendard SemiBold"/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873D2213-BCD7-6679-2048-4CD2CD174282}"/>
                </a:ext>
              </a:extLst>
            </p:cNvPr>
            <p:cNvSpPr txBox="1"/>
            <p:nvPr/>
          </p:nvSpPr>
          <p:spPr>
            <a:xfrm>
              <a:off x="5428401" y="5118870"/>
              <a:ext cx="2130875" cy="164148"/>
            </a:xfrm>
            <a:prstGeom prst="rect">
              <a:avLst/>
            </a:prstGeom>
            <a:noFill/>
          </p:spPr>
          <p:txBody>
            <a:bodyPr wrap="square" lIns="25400" tIns="12700" rIns="25400" bIns="12700" anchor="t">
              <a:spAutoFit/>
            </a:bodyPr>
            <a:lstStyle/>
            <a:p>
              <a:pPr algn="l" eaLnBrk="0" hangingPunct="0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900" b="0" err="1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용량</a:t>
              </a:r>
              <a:r>
                <a:rPr sz="90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 </a:t>
              </a:r>
              <a:r>
                <a:rPr sz="900" b="0" err="1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추가·중단·대체를</a:t>
              </a:r>
              <a:r>
                <a:rPr sz="90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 </a:t>
              </a:r>
              <a:r>
                <a:rPr sz="900" b="0" err="1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모델이</a:t>
              </a:r>
              <a:r>
                <a:rPr sz="90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 </a:t>
              </a:r>
              <a:r>
                <a:rPr sz="900" b="0" err="1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단정</a:t>
              </a:r>
              <a:r>
                <a:rPr sz="90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 권</a:t>
              </a:r>
              <a:r>
                <a:rPr lang="ko-KR" altLang="en-US" sz="90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고</a:t>
              </a:r>
              <a:endParaRPr sz="900" b="0">
                <a:solidFill>
                  <a:srgbClr val="5C667A"/>
                </a:solidFill>
                <a:latin typeface="Pretendard"/>
                <a:ea typeface="Pretendard"/>
                <a:cs typeface="Pretendard"/>
              </a:endParaRPr>
            </a:p>
          </p:txBody>
        </p:sp>
        <p:sp>
          <p:nvSpPr>
            <p:cNvPr id="79" name="Rounded Rectangle 35">
              <a:extLst>
                <a:ext uri="{FF2B5EF4-FFF2-40B4-BE49-F238E27FC236}">
                  <a16:creationId xmlns:a16="http://schemas.microsoft.com/office/drawing/2014/main" id="{12CE4489-801E-D840-744F-7F175316E5E1}"/>
                </a:ext>
              </a:extLst>
            </p:cNvPr>
            <p:cNvSpPr/>
            <p:nvPr/>
          </p:nvSpPr>
          <p:spPr>
            <a:xfrm>
              <a:off x="7713279" y="4898557"/>
              <a:ext cx="545589" cy="46469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778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25400" tIns="0" rIns="25400" bIns="0" rtlCol="0" anchor="ctr"/>
            <a:lstStyle/>
            <a:p>
              <a:pPr algn="ctr" eaLnBrk="0" hangingPunct="0"/>
              <a:r>
                <a:rPr sz="1200" b="1">
                  <a:solidFill>
                    <a:srgbClr val="C0392B"/>
                  </a:solidFill>
                  <a:latin typeface="Pretendard SemiBold"/>
                  <a:ea typeface="Pretendard SemiBold"/>
                  <a:cs typeface="Pretendard SemiBold"/>
                </a:rPr>
                <a:t>0건</a:t>
              </a:r>
            </a:p>
          </p:txBody>
        </p:sp>
        <p:sp>
          <p:nvSpPr>
            <p:cNvPr id="80" name="Rounded Rectangle 36">
              <a:extLst>
                <a:ext uri="{FF2B5EF4-FFF2-40B4-BE49-F238E27FC236}">
                  <a16:creationId xmlns:a16="http://schemas.microsoft.com/office/drawing/2014/main" id="{B462AB23-B6F7-3524-45CF-21DD0C9A1175}"/>
                </a:ext>
              </a:extLst>
            </p:cNvPr>
            <p:cNvSpPr/>
            <p:nvPr/>
          </p:nvSpPr>
          <p:spPr>
            <a:xfrm>
              <a:off x="5353517" y="5521665"/>
              <a:ext cx="2995393" cy="633669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2700">
              <a:solidFill>
                <a:srgbClr val="D4DBE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hangingPunct="0"/>
              <a:endParaRPr sz="1600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EA6F9D11-036E-E21B-75ED-C45F7145A3AB}"/>
                </a:ext>
              </a:extLst>
            </p:cNvPr>
            <p:cNvSpPr txBox="1"/>
            <p:nvPr/>
          </p:nvSpPr>
          <p:spPr>
            <a:xfrm>
              <a:off x="5428401" y="5574471"/>
              <a:ext cx="2326778" cy="191441"/>
            </a:xfrm>
            <a:prstGeom prst="rect">
              <a:avLst/>
            </a:prstGeom>
            <a:noFill/>
          </p:spPr>
          <p:txBody>
            <a:bodyPr wrap="square" lIns="25400" tIns="12700" rIns="25400" bIns="12700" anchor="t">
              <a:spAutoFit/>
            </a:bodyPr>
            <a:lstStyle/>
            <a:p>
              <a:pPr algn="l" eaLnBrk="0" hangingPunct="0">
                <a:lnSpc>
                  <a:spcPct val="105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200" b="1">
                  <a:solidFill>
                    <a:srgbClr val="C0392B"/>
                  </a:solidFill>
                  <a:latin typeface="Pretendard SemiBold"/>
                  <a:ea typeface="Pretendard SemiBold"/>
                  <a:cs typeface="Pretendard SemiBold"/>
                </a:rPr>
                <a:t>전문가 안내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E7020FEE-ED59-D35B-D791-FACA1883405D}"/>
                </a:ext>
              </a:extLst>
            </p:cNvPr>
            <p:cNvSpPr txBox="1"/>
            <p:nvPr/>
          </p:nvSpPr>
          <p:spPr>
            <a:xfrm>
              <a:off x="5428401" y="5826467"/>
              <a:ext cx="1984793" cy="302647"/>
            </a:xfrm>
            <a:prstGeom prst="rect">
              <a:avLst/>
            </a:prstGeom>
            <a:noFill/>
          </p:spPr>
          <p:txBody>
            <a:bodyPr wrap="square" lIns="25400" tIns="12700" rIns="25400" bIns="12700" anchor="t">
              <a:spAutoFit/>
            </a:bodyPr>
            <a:lstStyle/>
            <a:p>
              <a:pPr algn="l" eaLnBrk="0" hangingPunct="0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900" b="0" err="1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위험</a:t>
              </a:r>
              <a:r>
                <a:rPr sz="90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 </a:t>
              </a:r>
              <a:r>
                <a:rPr sz="900" b="0" err="1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문항에</a:t>
              </a:r>
              <a:r>
                <a:rPr sz="90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 </a:t>
              </a:r>
              <a:r>
                <a:rPr sz="900" b="0" err="1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의사·약사</a:t>
              </a:r>
              <a:r>
                <a:rPr sz="90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 </a:t>
              </a:r>
              <a:r>
                <a:rPr sz="900" b="0" err="1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상담·진료</a:t>
              </a:r>
              <a:r>
                <a:rPr sz="90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 안내</a:t>
              </a:r>
              <a:r>
                <a:rPr lang="ko-KR" altLang="en-US" sz="90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필수</a:t>
              </a:r>
              <a:r>
                <a:rPr sz="90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 </a:t>
              </a:r>
              <a:r>
                <a:rPr sz="900" b="0" err="1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포함</a:t>
              </a:r>
              <a:r>
                <a:rPr sz="90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 </a:t>
              </a:r>
              <a:r>
                <a:rPr sz="900" b="0" err="1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여부</a:t>
              </a:r>
              <a:endParaRPr sz="900" b="0">
                <a:solidFill>
                  <a:srgbClr val="5C667A"/>
                </a:solidFill>
                <a:latin typeface="Pretendard"/>
                <a:ea typeface="Pretendard"/>
                <a:cs typeface="Pretendard"/>
              </a:endParaRPr>
            </a:p>
          </p:txBody>
        </p:sp>
        <p:sp>
          <p:nvSpPr>
            <p:cNvPr id="83" name="Rounded Rectangle 39">
              <a:extLst>
                <a:ext uri="{FF2B5EF4-FFF2-40B4-BE49-F238E27FC236}">
                  <a16:creationId xmlns:a16="http://schemas.microsoft.com/office/drawing/2014/main" id="{58C94ACB-20A5-C2B4-E883-E252DC632538}"/>
                </a:ext>
              </a:extLst>
            </p:cNvPr>
            <p:cNvSpPr/>
            <p:nvPr/>
          </p:nvSpPr>
          <p:spPr>
            <a:xfrm>
              <a:off x="7713279" y="5606154"/>
              <a:ext cx="545589" cy="46469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778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25400" tIns="0" rIns="25400" bIns="0" rtlCol="0" anchor="ctr"/>
            <a:lstStyle/>
            <a:p>
              <a:pPr algn="ctr" eaLnBrk="0" hangingPunct="0"/>
              <a:r>
                <a:rPr sz="1200" b="1">
                  <a:solidFill>
                    <a:srgbClr val="C0392B"/>
                  </a:solidFill>
                  <a:latin typeface="Pretendard SemiBold"/>
                  <a:ea typeface="Pretendard SemiBold"/>
                  <a:cs typeface="Pretendard SemiBold"/>
                </a:rPr>
                <a:t>≥95%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6B6ECAB0-7D10-5C13-4C6A-FE26F2C2532D}"/>
              </a:ext>
            </a:extLst>
          </p:cNvPr>
          <p:cNvGrpSpPr/>
          <p:nvPr/>
        </p:nvGrpSpPr>
        <p:grpSpPr>
          <a:xfrm>
            <a:off x="8563549" y="2969670"/>
            <a:ext cx="3209349" cy="3506300"/>
            <a:chOff x="8563549" y="2969670"/>
            <a:chExt cx="3209349" cy="3506300"/>
          </a:xfrm>
        </p:grpSpPr>
        <p:sp>
          <p:nvSpPr>
            <p:cNvPr id="85" name="Rounded Rectangle 41">
              <a:extLst>
                <a:ext uri="{FF2B5EF4-FFF2-40B4-BE49-F238E27FC236}">
                  <a16:creationId xmlns:a16="http://schemas.microsoft.com/office/drawing/2014/main" id="{5095A88D-FB7B-8925-62B4-7BCFA434B3A6}"/>
                </a:ext>
              </a:extLst>
            </p:cNvPr>
            <p:cNvSpPr/>
            <p:nvPr/>
          </p:nvSpPr>
          <p:spPr>
            <a:xfrm>
              <a:off x="8563549" y="2969670"/>
              <a:ext cx="3209349" cy="3506300"/>
            </a:xfrm>
            <a:prstGeom prst="roundRect">
              <a:avLst>
                <a:gd name="adj" fmla="val 6000"/>
              </a:avLst>
            </a:prstGeom>
            <a:solidFill>
              <a:srgbClr val="EC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hangingPunct="0"/>
              <a:endParaRPr sz="1600"/>
            </a:p>
          </p:txBody>
        </p:sp>
        <p:sp>
          <p:nvSpPr>
            <p:cNvPr id="86" name="Rectangle 42">
              <a:extLst>
                <a:ext uri="{FF2B5EF4-FFF2-40B4-BE49-F238E27FC236}">
                  <a16:creationId xmlns:a16="http://schemas.microsoft.com/office/drawing/2014/main" id="{D5551998-3DCA-FA99-E654-641F03E12F20}"/>
                </a:ext>
              </a:extLst>
            </p:cNvPr>
            <p:cNvSpPr/>
            <p:nvPr/>
          </p:nvSpPr>
          <p:spPr>
            <a:xfrm>
              <a:off x="8563549" y="2969670"/>
              <a:ext cx="44575" cy="3506300"/>
            </a:xfrm>
            <a:prstGeom prst="rect">
              <a:avLst/>
            </a:prstGeom>
            <a:solidFill>
              <a:srgbClr val="2E6FD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hangingPunct="0"/>
              <a:endParaRPr sz="160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E1B9C55-4DB0-2BA7-DDE6-F69C37A78037}"/>
                </a:ext>
              </a:extLst>
            </p:cNvPr>
            <p:cNvSpPr txBox="1"/>
            <p:nvPr/>
          </p:nvSpPr>
          <p:spPr>
            <a:xfrm>
              <a:off x="8670528" y="3096404"/>
              <a:ext cx="3022137" cy="448875"/>
            </a:xfrm>
            <a:prstGeom prst="rect">
              <a:avLst/>
            </a:prstGeom>
            <a:noFill/>
          </p:spPr>
          <p:txBody>
            <a:bodyPr wrap="square" lIns="25400" tIns="12700" rIns="25400" bIns="12700" anchor="t">
              <a:spAutoFit/>
            </a:bodyPr>
            <a:lstStyle/>
            <a:p>
              <a:pPr algn="l" eaLnBrk="0" hangingPunct="0">
                <a:lnSpc>
                  <a:spcPct val="105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400" b="1" err="1">
                  <a:solidFill>
                    <a:srgbClr val="2E6FD4"/>
                  </a:solidFill>
                  <a:latin typeface="Pretendard SemiBold"/>
                  <a:ea typeface="Pretendard SemiBold"/>
                  <a:cs typeface="Pretendard SemiBold"/>
                </a:rPr>
                <a:t>시니어</a:t>
              </a:r>
              <a:r>
                <a:rPr sz="1400" b="1">
                  <a:solidFill>
                    <a:srgbClr val="2E6FD4"/>
                  </a:solidFill>
                  <a:latin typeface="Pretendard SemiBold"/>
                  <a:ea typeface="Pretendard SemiBold"/>
                  <a:cs typeface="Pretendard SemiBold"/>
                </a:rPr>
                <a:t> </a:t>
              </a:r>
              <a:r>
                <a:rPr lang="ko-KR" altLang="en-US" sz="1400" b="1">
                  <a:solidFill>
                    <a:srgbClr val="2E6FD4"/>
                  </a:solidFill>
                  <a:latin typeface="Pretendard SemiBold"/>
                  <a:ea typeface="Pretendard SemiBold"/>
                  <a:cs typeface="Pretendard SemiBold"/>
                </a:rPr>
                <a:t>실효성</a:t>
              </a:r>
              <a:endParaRPr lang="en-US" altLang="ko-KR" sz="1400" b="1">
                <a:solidFill>
                  <a:srgbClr val="2E6FD4"/>
                </a:solidFill>
                <a:latin typeface="Pretendard SemiBold"/>
                <a:ea typeface="Pretendard SemiBold"/>
                <a:cs typeface="Pretendard SemiBold"/>
              </a:endParaRPr>
            </a:p>
            <a:p>
              <a:pPr algn="l" eaLnBrk="0" hangingPunct="0">
                <a:lnSpc>
                  <a:spcPct val="105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lang="en-US" sz="1400" b="1">
                  <a:solidFill>
                    <a:srgbClr val="2E6FD4"/>
                  </a:solidFill>
                  <a:latin typeface="Pretendard SemiBold"/>
                  <a:ea typeface="Pretendard SemiBold"/>
                  <a:cs typeface="Pretendard SemiBold"/>
                </a:rPr>
                <a:t> </a:t>
              </a:r>
              <a:r>
                <a:rPr sz="1400" b="1">
                  <a:solidFill>
                    <a:srgbClr val="2E6FD4"/>
                  </a:solidFill>
                  <a:latin typeface="Pretendard SemiBold"/>
                  <a:ea typeface="Pretendard SemiBold"/>
                  <a:cs typeface="Pretendard SemiBold"/>
                </a:rPr>
                <a:t>— </a:t>
              </a:r>
              <a:r>
                <a:rPr sz="1400" b="1" err="1">
                  <a:solidFill>
                    <a:srgbClr val="2E6FD4"/>
                  </a:solidFill>
                  <a:latin typeface="Pretendard SemiBold"/>
                  <a:ea typeface="Pretendard SemiBold"/>
                  <a:cs typeface="Pretendard SemiBold"/>
                </a:rPr>
                <a:t>읽고</a:t>
              </a:r>
              <a:r>
                <a:rPr sz="1400" b="1">
                  <a:solidFill>
                    <a:srgbClr val="2E6FD4"/>
                  </a:solidFill>
                  <a:latin typeface="Pretendard SemiBold"/>
                  <a:ea typeface="Pretendard SemiBold"/>
                  <a:cs typeface="Pretendard SemiBold"/>
                </a:rPr>
                <a:t> → </a:t>
              </a:r>
              <a:r>
                <a:rPr sz="1400" b="1" err="1">
                  <a:solidFill>
                    <a:srgbClr val="2E6FD4"/>
                  </a:solidFill>
                  <a:latin typeface="Pretendard SemiBold"/>
                  <a:ea typeface="Pretendard SemiBold"/>
                  <a:cs typeface="Pretendard SemiBold"/>
                </a:rPr>
                <a:t>이해하고</a:t>
              </a:r>
              <a:r>
                <a:rPr sz="1400" b="1">
                  <a:solidFill>
                    <a:srgbClr val="2E6FD4"/>
                  </a:solidFill>
                  <a:latin typeface="Pretendard SemiBold"/>
                  <a:ea typeface="Pretendard SemiBold"/>
                  <a:cs typeface="Pretendard SemiBold"/>
                </a:rPr>
                <a:t> → </a:t>
              </a:r>
              <a:r>
                <a:rPr sz="1400" b="1" err="1">
                  <a:solidFill>
                    <a:srgbClr val="2E6FD4"/>
                  </a:solidFill>
                  <a:latin typeface="Pretendard SemiBold"/>
                  <a:ea typeface="Pretendard SemiBold"/>
                  <a:cs typeface="Pretendard SemiBold"/>
                </a:rPr>
                <a:t>행동</a:t>
              </a:r>
              <a:endParaRPr sz="1400" b="1">
                <a:solidFill>
                  <a:srgbClr val="2E6FD4"/>
                </a:solidFill>
                <a:latin typeface="Pretendard SemiBold"/>
                <a:ea typeface="Pretendard SemiBold"/>
                <a:cs typeface="Pretendard SemiBold"/>
              </a:endParaRP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6C93BE0C-633D-0587-F01F-134B73E7D229}"/>
                </a:ext>
              </a:extLst>
            </p:cNvPr>
            <p:cNvSpPr txBox="1"/>
            <p:nvPr/>
          </p:nvSpPr>
          <p:spPr>
            <a:xfrm>
              <a:off x="8670528" y="3711428"/>
              <a:ext cx="3022137" cy="184731"/>
            </a:xfrm>
            <a:prstGeom prst="rect">
              <a:avLst/>
            </a:prstGeom>
            <a:noFill/>
          </p:spPr>
          <p:txBody>
            <a:bodyPr wrap="square" lIns="25400" tIns="12700" rIns="25400" bIns="12700" anchor="t">
              <a:spAutoFit/>
            </a:bodyPr>
            <a:lstStyle/>
            <a:p>
              <a:pPr algn="l" eaLnBrk="0" hangingPunct="0">
                <a:lnSpc>
                  <a:spcPct val="103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lang="ko-KR" altLang="en-US" sz="105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시니어</a:t>
              </a:r>
              <a:r>
                <a:rPr sz="105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 </a:t>
              </a:r>
              <a:r>
                <a:rPr lang="en-US" sz="105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5~10</a:t>
              </a:r>
              <a:r>
                <a:rPr sz="105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명</a:t>
              </a:r>
              <a:r>
                <a:rPr lang="ko-KR" altLang="en-US" sz="105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을 대상으로</a:t>
              </a:r>
              <a:r>
                <a:rPr sz="105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 </a:t>
              </a:r>
              <a:r>
                <a:rPr lang="ko-KR" altLang="en-US" sz="105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다음 항목을 평가</a:t>
              </a:r>
              <a:endParaRPr sz="1050" b="0">
                <a:solidFill>
                  <a:srgbClr val="5C667A"/>
                </a:solidFill>
                <a:latin typeface="Pretendard"/>
                <a:ea typeface="Pretendard"/>
                <a:cs typeface="Pretendard"/>
              </a:endParaRPr>
            </a:p>
          </p:txBody>
        </p:sp>
        <p:sp>
          <p:nvSpPr>
            <p:cNvPr id="89" name="Rounded Rectangle 45">
              <a:extLst>
                <a:ext uri="{FF2B5EF4-FFF2-40B4-BE49-F238E27FC236}">
                  <a16:creationId xmlns:a16="http://schemas.microsoft.com/office/drawing/2014/main" id="{DFA2F06B-A7C3-D6DF-BC6C-88095B5C8FC5}"/>
                </a:ext>
              </a:extLst>
            </p:cNvPr>
            <p:cNvSpPr/>
            <p:nvPr/>
          </p:nvSpPr>
          <p:spPr>
            <a:xfrm>
              <a:off x="8670528" y="4106472"/>
              <a:ext cx="2995393" cy="633669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2700">
              <a:solidFill>
                <a:srgbClr val="D4DBE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hangingPunct="0"/>
              <a:endParaRPr sz="1600"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A6E6954C-EDA3-583B-3AC1-7C637DCD264C}"/>
                </a:ext>
              </a:extLst>
            </p:cNvPr>
            <p:cNvSpPr txBox="1"/>
            <p:nvPr/>
          </p:nvSpPr>
          <p:spPr>
            <a:xfrm>
              <a:off x="8745412" y="4159276"/>
              <a:ext cx="2326778" cy="191441"/>
            </a:xfrm>
            <a:prstGeom prst="rect">
              <a:avLst/>
            </a:prstGeom>
            <a:noFill/>
          </p:spPr>
          <p:txBody>
            <a:bodyPr wrap="square" lIns="25400" tIns="12700" rIns="25400" bIns="12700" anchor="t">
              <a:spAutoFit/>
            </a:bodyPr>
            <a:lstStyle/>
            <a:p>
              <a:pPr algn="l" eaLnBrk="0" hangingPunct="0">
                <a:lnSpc>
                  <a:spcPct val="105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200" b="1">
                  <a:solidFill>
                    <a:srgbClr val="2E6FD4"/>
                  </a:solidFill>
                  <a:latin typeface="Pretendard SemiBold"/>
                  <a:ea typeface="Pretendard SemiBold"/>
                  <a:cs typeface="Pretendard SemiBold"/>
                </a:rPr>
                <a:t>3줄 핵심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691F41A6-BCE8-2342-AEEA-53013960A9FC}"/>
                </a:ext>
              </a:extLst>
            </p:cNvPr>
            <p:cNvSpPr txBox="1"/>
            <p:nvPr/>
          </p:nvSpPr>
          <p:spPr>
            <a:xfrm>
              <a:off x="8745412" y="4411273"/>
              <a:ext cx="2161186" cy="302647"/>
            </a:xfrm>
            <a:prstGeom prst="rect">
              <a:avLst/>
            </a:prstGeom>
            <a:noFill/>
          </p:spPr>
          <p:txBody>
            <a:bodyPr wrap="square" lIns="25400" tIns="12700" rIns="25400" bIns="12700" anchor="t">
              <a:spAutoFit/>
            </a:bodyPr>
            <a:lstStyle/>
            <a:p>
              <a:pPr eaLnBrk="0" hangingPunct="0">
                <a:spcAft>
                  <a:spcPts val="200"/>
                </a:spcAft>
              </a:pPr>
              <a:r>
                <a:rPr sz="90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첫 3줄</a:t>
              </a:r>
              <a:r>
                <a:rPr lang="en-US" sz="90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 </a:t>
              </a:r>
              <a:r>
                <a:rPr lang="ko-KR" altLang="en-US" sz="90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안</a:t>
              </a:r>
              <a:r>
                <a:rPr sz="90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에</a:t>
              </a:r>
              <a:r>
                <a:rPr lang="ko-KR" altLang="en-US" sz="90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서 결론</a:t>
              </a:r>
              <a:r>
                <a:rPr lang="en-US" altLang="ko-KR" sz="90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·</a:t>
              </a:r>
              <a:r>
                <a:rPr lang="ko-KR" altLang="en-US" sz="90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지금 할 일</a:t>
              </a:r>
              <a:r>
                <a:rPr lang="en-US" altLang="ko-KR" sz="90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·</a:t>
              </a:r>
              <a:r>
                <a:rPr lang="ko-KR" altLang="en-US" sz="90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병원 갈 조건을 인지하셨는지</a:t>
              </a:r>
              <a:endParaRPr sz="900" b="0">
                <a:solidFill>
                  <a:srgbClr val="5C667A"/>
                </a:solidFill>
                <a:latin typeface="Pretendard"/>
                <a:ea typeface="Pretendard"/>
                <a:cs typeface="Pretendard"/>
              </a:endParaRPr>
            </a:p>
          </p:txBody>
        </p:sp>
        <p:sp>
          <p:nvSpPr>
            <p:cNvPr id="92" name="Rounded Rectangle 48">
              <a:extLst>
                <a:ext uri="{FF2B5EF4-FFF2-40B4-BE49-F238E27FC236}">
                  <a16:creationId xmlns:a16="http://schemas.microsoft.com/office/drawing/2014/main" id="{B1502D65-94D1-6775-6175-375A943DCD86}"/>
                </a:ext>
              </a:extLst>
            </p:cNvPr>
            <p:cNvSpPr/>
            <p:nvPr/>
          </p:nvSpPr>
          <p:spPr>
            <a:xfrm>
              <a:off x="11013575" y="4190961"/>
              <a:ext cx="545589" cy="46469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7780">
              <a:solidFill>
                <a:srgbClr val="2E6FD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25400" tIns="0" rIns="25400" bIns="0" rtlCol="0" anchor="ctr"/>
            <a:lstStyle/>
            <a:p>
              <a:pPr algn="ctr" eaLnBrk="0" hangingPunct="0"/>
              <a:r>
                <a:rPr sz="1200" b="1">
                  <a:solidFill>
                    <a:srgbClr val="2E6FD4"/>
                  </a:solidFill>
                  <a:latin typeface="Pretendard SemiBold"/>
                  <a:ea typeface="Pretendard SemiBold"/>
                  <a:cs typeface="Pretendard SemiBold"/>
                </a:rPr>
                <a:t>≥9</a:t>
              </a:r>
              <a:r>
                <a:rPr lang="en-US" sz="1200" b="1">
                  <a:solidFill>
                    <a:srgbClr val="2E6FD4"/>
                  </a:solidFill>
                  <a:latin typeface="Pretendard SemiBold"/>
                  <a:ea typeface="Pretendard SemiBold"/>
                  <a:cs typeface="Pretendard SemiBold"/>
                </a:rPr>
                <a:t>0</a:t>
              </a:r>
              <a:r>
                <a:rPr sz="1200" b="1">
                  <a:solidFill>
                    <a:srgbClr val="2E6FD4"/>
                  </a:solidFill>
                  <a:latin typeface="Pretendard SemiBold"/>
                  <a:ea typeface="Pretendard SemiBold"/>
                  <a:cs typeface="Pretendard SemiBold"/>
                </a:rPr>
                <a:t>%</a:t>
              </a:r>
            </a:p>
          </p:txBody>
        </p:sp>
        <p:sp>
          <p:nvSpPr>
            <p:cNvPr id="93" name="Rounded Rectangle 49">
              <a:extLst>
                <a:ext uri="{FF2B5EF4-FFF2-40B4-BE49-F238E27FC236}">
                  <a16:creationId xmlns:a16="http://schemas.microsoft.com/office/drawing/2014/main" id="{93F2EE9C-C21E-181E-E128-AC386C02185E}"/>
                </a:ext>
              </a:extLst>
            </p:cNvPr>
            <p:cNvSpPr/>
            <p:nvPr/>
          </p:nvSpPr>
          <p:spPr>
            <a:xfrm>
              <a:off x="8670528" y="5515368"/>
              <a:ext cx="2995393" cy="633669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2700">
              <a:solidFill>
                <a:srgbClr val="D4DBE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hangingPunct="0"/>
              <a:endParaRPr sz="1600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5776DFAE-822C-C75A-CA5D-7867F2AE3A3E}"/>
                </a:ext>
              </a:extLst>
            </p:cNvPr>
            <p:cNvSpPr txBox="1"/>
            <p:nvPr/>
          </p:nvSpPr>
          <p:spPr>
            <a:xfrm>
              <a:off x="8745412" y="5568174"/>
              <a:ext cx="2326778" cy="210186"/>
            </a:xfrm>
            <a:prstGeom prst="rect">
              <a:avLst/>
            </a:prstGeom>
            <a:noFill/>
          </p:spPr>
          <p:txBody>
            <a:bodyPr wrap="square" lIns="25400" tIns="12700" rIns="25400" bIns="12700" anchor="t">
              <a:spAutoFit/>
            </a:bodyPr>
            <a:lstStyle/>
            <a:p>
              <a:pPr algn="l" eaLnBrk="0" hangingPunct="0">
                <a:lnSpc>
                  <a:spcPct val="105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lang="ko-KR" altLang="en-US" sz="1200" b="1">
                  <a:solidFill>
                    <a:srgbClr val="2E6FD4"/>
                  </a:solidFill>
                  <a:latin typeface="Pretendard SemiBold"/>
                  <a:ea typeface="Pretendard SemiBold"/>
                  <a:cs typeface="Pretendard SemiBold"/>
                </a:rPr>
                <a:t>만족도</a:t>
              </a:r>
              <a:endParaRPr sz="1200" b="1">
                <a:solidFill>
                  <a:srgbClr val="2E6FD4"/>
                </a:solidFill>
                <a:latin typeface="Pretendard SemiBold"/>
                <a:ea typeface="Pretendard SemiBold"/>
                <a:cs typeface="Pretendard SemiBold"/>
              </a:endParaRP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BF2A118B-F20D-A4D7-042E-2AD4EE517B3C}"/>
                </a:ext>
              </a:extLst>
            </p:cNvPr>
            <p:cNvSpPr txBox="1"/>
            <p:nvPr/>
          </p:nvSpPr>
          <p:spPr>
            <a:xfrm>
              <a:off x="8745412" y="5820170"/>
              <a:ext cx="2233404" cy="164148"/>
            </a:xfrm>
            <a:prstGeom prst="rect">
              <a:avLst/>
            </a:prstGeom>
            <a:noFill/>
          </p:spPr>
          <p:txBody>
            <a:bodyPr wrap="square" lIns="25400" tIns="12700" rIns="25400" bIns="12700" anchor="t">
              <a:spAutoFit/>
            </a:bodyPr>
            <a:lstStyle/>
            <a:p>
              <a:pPr algn="l" eaLnBrk="0" hangingPunct="0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lang="ko-KR" altLang="en-US" sz="90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이 답이 실제로 도움이 됐고 또 쓰고 싶은가</a:t>
              </a:r>
              <a:endParaRPr sz="900" b="0">
                <a:solidFill>
                  <a:srgbClr val="5C667A"/>
                </a:solidFill>
                <a:latin typeface="Pretendard"/>
                <a:ea typeface="Pretendard"/>
                <a:cs typeface="Pretendard"/>
              </a:endParaRPr>
            </a:p>
          </p:txBody>
        </p:sp>
        <p:sp>
          <p:nvSpPr>
            <p:cNvPr id="96" name="Rounded Rectangle 52">
              <a:extLst>
                <a:ext uri="{FF2B5EF4-FFF2-40B4-BE49-F238E27FC236}">
                  <a16:creationId xmlns:a16="http://schemas.microsoft.com/office/drawing/2014/main" id="{A01DFAD2-A9D9-64A4-FFE1-9238BF07C031}"/>
                </a:ext>
              </a:extLst>
            </p:cNvPr>
            <p:cNvSpPr/>
            <p:nvPr/>
          </p:nvSpPr>
          <p:spPr>
            <a:xfrm>
              <a:off x="11013575" y="5599857"/>
              <a:ext cx="545589" cy="46469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7780">
              <a:solidFill>
                <a:srgbClr val="2E6FD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25400" tIns="0" rIns="25400" bIns="0" rtlCol="0" anchor="ctr"/>
            <a:lstStyle/>
            <a:p>
              <a:pPr algn="ctr" eaLnBrk="0" hangingPunct="0"/>
              <a:r>
                <a:rPr sz="1200" b="1">
                  <a:solidFill>
                    <a:srgbClr val="2E6FD4"/>
                  </a:solidFill>
                  <a:latin typeface="Pretendard SemiBold"/>
                  <a:ea typeface="Pretendard SemiBold"/>
                  <a:cs typeface="Pretendard SemiBold"/>
                </a:rPr>
                <a:t>≥</a:t>
              </a:r>
              <a:r>
                <a:rPr lang="en-US" sz="1200" b="1">
                  <a:solidFill>
                    <a:srgbClr val="2E6FD4"/>
                  </a:solidFill>
                  <a:latin typeface="Pretendard SemiBold"/>
                  <a:ea typeface="Pretendard SemiBold"/>
                  <a:cs typeface="Pretendard SemiBold"/>
                </a:rPr>
                <a:t>8</a:t>
              </a:r>
              <a:r>
                <a:rPr sz="1200" b="1">
                  <a:solidFill>
                    <a:srgbClr val="2E6FD4"/>
                  </a:solidFill>
                  <a:latin typeface="Pretendard SemiBold"/>
                  <a:ea typeface="Pretendard SemiBold"/>
                  <a:cs typeface="Pretendard SemiBold"/>
                </a:rPr>
                <a:t>0</a:t>
              </a:r>
              <a:r>
                <a:rPr lang="ko-KR" altLang="en-US" sz="1200" b="1">
                  <a:solidFill>
                    <a:srgbClr val="2E6FD4"/>
                  </a:solidFill>
                  <a:latin typeface="Pretendard SemiBold"/>
                  <a:ea typeface="Pretendard SemiBold"/>
                  <a:cs typeface="Pretendard SemiBold"/>
                </a:rPr>
                <a:t>점</a:t>
              </a:r>
              <a:endParaRPr sz="1200" b="1">
                <a:solidFill>
                  <a:srgbClr val="2E6FD4"/>
                </a:solidFill>
                <a:latin typeface="Pretendard SemiBold"/>
                <a:ea typeface="Pretendard SemiBold"/>
                <a:cs typeface="Pretendard SemiBold"/>
              </a:endParaRPr>
            </a:p>
          </p:txBody>
        </p:sp>
        <p:sp>
          <p:nvSpPr>
            <p:cNvPr id="97" name="Rounded Rectangle 53">
              <a:extLst>
                <a:ext uri="{FF2B5EF4-FFF2-40B4-BE49-F238E27FC236}">
                  <a16:creationId xmlns:a16="http://schemas.microsoft.com/office/drawing/2014/main" id="{602C8D96-F3EC-B676-769C-BF40BE2605FA}"/>
                </a:ext>
              </a:extLst>
            </p:cNvPr>
            <p:cNvSpPr/>
            <p:nvPr/>
          </p:nvSpPr>
          <p:spPr>
            <a:xfrm>
              <a:off x="8670528" y="4809112"/>
              <a:ext cx="2995393" cy="633669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2700">
              <a:solidFill>
                <a:srgbClr val="D4DBE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hangingPunct="0"/>
              <a:endParaRPr sz="1600"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861BB1A7-51FB-2D48-7E46-F95D0E5EEF37}"/>
                </a:ext>
              </a:extLst>
            </p:cNvPr>
            <p:cNvSpPr txBox="1"/>
            <p:nvPr/>
          </p:nvSpPr>
          <p:spPr>
            <a:xfrm>
              <a:off x="8745412" y="4861918"/>
              <a:ext cx="2326778" cy="211725"/>
            </a:xfrm>
            <a:prstGeom prst="rect">
              <a:avLst/>
            </a:prstGeom>
            <a:noFill/>
          </p:spPr>
          <p:txBody>
            <a:bodyPr wrap="square" lIns="25400" tIns="12700" rIns="25400" bIns="12700" anchor="t">
              <a:spAutoFit/>
            </a:bodyPr>
            <a:lstStyle/>
            <a:p>
              <a:pPr algn="l" eaLnBrk="0" hangingPunct="0">
                <a:lnSpc>
                  <a:spcPct val="105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lang="ko-KR" altLang="en-US" sz="1200" b="1">
                  <a:solidFill>
                    <a:srgbClr val="2E6FD4"/>
                  </a:solidFill>
                  <a:latin typeface="Pretendard SemiBold"/>
                  <a:ea typeface="Pretendard SemiBold"/>
                  <a:cs typeface="Pretendard SemiBold"/>
                </a:rPr>
                <a:t>후속 행동 이해</a:t>
              </a:r>
              <a:endParaRPr sz="1200" b="1">
                <a:solidFill>
                  <a:srgbClr val="2E6FD4"/>
                </a:solidFill>
                <a:latin typeface="Pretendard SemiBold"/>
                <a:ea typeface="Pretendard SemiBold"/>
                <a:cs typeface="Pretendard SemiBold"/>
              </a:endParaRP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3C03F56B-19D4-628C-4B26-A24FC40DBF3F}"/>
                </a:ext>
              </a:extLst>
            </p:cNvPr>
            <p:cNvSpPr txBox="1"/>
            <p:nvPr/>
          </p:nvSpPr>
          <p:spPr>
            <a:xfrm>
              <a:off x="8745412" y="5113914"/>
              <a:ext cx="2161186" cy="302647"/>
            </a:xfrm>
            <a:prstGeom prst="rect">
              <a:avLst/>
            </a:prstGeom>
            <a:noFill/>
          </p:spPr>
          <p:txBody>
            <a:bodyPr wrap="square" lIns="25400" tIns="12700" rIns="25400" bIns="12700" anchor="t">
              <a:spAutoFit/>
            </a:bodyPr>
            <a:lstStyle/>
            <a:p>
              <a:pPr eaLnBrk="0" hangingPunct="0">
                <a:spcAft>
                  <a:spcPts val="200"/>
                </a:spcAft>
              </a:pPr>
              <a:r>
                <a:rPr lang="ko-KR" altLang="en-US" sz="90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응답을 보고 다음 행동을 맞게 고르거나 되말하는지</a:t>
              </a:r>
            </a:p>
          </p:txBody>
        </p:sp>
        <p:sp>
          <p:nvSpPr>
            <p:cNvPr id="100" name="Rounded Rectangle 56">
              <a:extLst>
                <a:ext uri="{FF2B5EF4-FFF2-40B4-BE49-F238E27FC236}">
                  <a16:creationId xmlns:a16="http://schemas.microsoft.com/office/drawing/2014/main" id="{377C11A3-A97A-5024-5DE0-1319D5A366F9}"/>
                </a:ext>
              </a:extLst>
            </p:cNvPr>
            <p:cNvSpPr/>
            <p:nvPr/>
          </p:nvSpPr>
          <p:spPr>
            <a:xfrm>
              <a:off x="11013575" y="4893601"/>
              <a:ext cx="545589" cy="46469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7780">
              <a:solidFill>
                <a:srgbClr val="2E6FD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25400" tIns="0" rIns="25400" bIns="0" rtlCol="0" anchor="ctr"/>
            <a:lstStyle/>
            <a:p>
              <a:pPr algn="ctr" eaLnBrk="0" hangingPunct="0"/>
              <a:r>
                <a:rPr sz="1200" b="1">
                  <a:solidFill>
                    <a:srgbClr val="2E6FD4"/>
                  </a:solidFill>
                  <a:latin typeface="Pretendard SemiBold"/>
                  <a:ea typeface="Pretendard SemiBold"/>
                  <a:cs typeface="Pretendard SemiBold"/>
                </a:rPr>
                <a:t>≥</a:t>
              </a:r>
              <a:r>
                <a:rPr lang="en-US" sz="1200" b="1">
                  <a:solidFill>
                    <a:srgbClr val="2E6FD4"/>
                  </a:solidFill>
                  <a:latin typeface="Pretendard SemiBold"/>
                  <a:ea typeface="Pretendard SemiBold"/>
                  <a:cs typeface="Pretendard SemiBold"/>
                </a:rPr>
                <a:t>9</a:t>
              </a:r>
              <a:r>
                <a:rPr sz="1200" b="1">
                  <a:solidFill>
                    <a:srgbClr val="2E6FD4"/>
                  </a:solidFill>
                  <a:latin typeface="Pretendard SemiBold"/>
                  <a:ea typeface="Pretendard SemiBold"/>
                  <a:cs typeface="Pretendard SemiBold"/>
                </a:rPr>
                <a:t>0</a:t>
              </a:r>
              <a:r>
                <a:rPr lang="en-US" sz="1200" b="1">
                  <a:solidFill>
                    <a:srgbClr val="2E6FD4"/>
                  </a:solidFill>
                  <a:latin typeface="Pretendard SemiBold"/>
                  <a:ea typeface="Pretendard SemiBold"/>
                  <a:cs typeface="Pretendard SemiBold"/>
                </a:rPr>
                <a:t>%</a:t>
              </a:r>
              <a:endParaRPr sz="1200" b="1">
                <a:solidFill>
                  <a:srgbClr val="2E6FD4"/>
                </a:solidFill>
                <a:latin typeface="Pretendard SemiBold"/>
                <a:ea typeface="Pretendard SemiBold"/>
                <a:cs typeface="Pretendard SemiBold"/>
              </a:endParaRPr>
            </a:p>
          </p:txBody>
        </p:sp>
      </p:grpSp>
      <p:sp>
        <p:nvSpPr>
          <p:cNvPr id="101" name="Rectangle 25">
            <a:extLst>
              <a:ext uri="{FF2B5EF4-FFF2-40B4-BE49-F238E27FC236}">
                <a16:creationId xmlns:a16="http://schemas.microsoft.com/office/drawing/2014/main" id="{1BC60C10-D3EB-2916-1CB0-7BB405753EDA}"/>
              </a:ext>
            </a:extLst>
          </p:cNvPr>
          <p:cNvSpPr/>
          <p:nvPr/>
        </p:nvSpPr>
        <p:spPr>
          <a:xfrm>
            <a:off x="460808" y="2969670"/>
            <a:ext cx="42056" cy="35063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hangingPunct="0"/>
            <a:endParaRPr sz="1600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13AA6819-BD60-DBAD-A0D3-4FB261CDE33F}"/>
              </a:ext>
            </a:extLst>
          </p:cNvPr>
          <p:cNvSpPr>
            <a:spLocks noGrp="1"/>
          </p:cNvSpPr>
          <p:nvPr/>
        </p:nvSpPr>
        <p:spPr>
          <a:xfrm>
            <a:off x="400050" y="1295400"/>
            <a:ext cx="11287125" cy="19050"/>
          </a:xfrm>
          <a:prstGeom prst="rect">
            <a:avLst/>
          </a:prstGeom>
          <a:solidFill>
            <a:srgbClr val="151923"/>
          </a:solidFill>
          <a:ln w="0">
            <a:solidFill>
              <a:srgbClr val="000000">
                <a:alpha val="0"/>
              </a:srgb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4" name="직사각형 103">
            <a:extLst>
              <a:ext uri="{FF2B5EF4-FFF2-40B4-BE49-F238E27FC236}">
                <a16:creationId xmlns:a16="http://schemas.microsoft.com/office/drawing/2014/main" id="{8E07FCAA-71A2-5C66-936F-DA2D0DF01E69}"/>
              </a:ext>
            </a:extLst>
          </p:cNvPr>
          <p:cNvSpPr>
            <a:spLocks noGrp="1"/>
          </p:cNvSpPr>
          <p:nvPr/>
        </p:nvSpPr>
        <p:spPr>
          <a:xfrm>
            <a:off x="400050" y="1409700"/>
            <a:ext cx="11287125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1313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lang="ko-KR" altLang="en-US" sz="1313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지식 증류의 정보 보존 등 “</a:t>
            </a:r>
            <a:r>
              <a:rPr lang="ko-KR" altLang="en-US" sz="1313" b="1">
                <a:solidFill>
                  <a:srgbClr val="0070C0"/>
                </a:solidFill>
                <a:latin typeface="Pretendard"/>
                <a:ea typeface="Pretendard"/>
                <a:cs typeface="Pretendard"/>
              </a:rPr>
              <a:t>기술적 지표” 만이 아니라</a:t>
            </a:r>
            <a:r>
              <a:rPr lang="en-US" altLang="ko-KR" sz="1313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lang="ko-KR" altLang="en-US" sz="1313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어르신이 안전하게 혼자 쓸 수 있는가의 “</a:t>
            </a:r>
            <a:r>
              <a:rPr lang="ko-KR" altLang="en-US" sz="1313" b="1">
                <a:solidFill>
                  <a:srgbClr val="0070C0"/>
                </a:solidFill>
                <a:latin typeface="Pretendard"/>
                <a:ea typeface="Pretendard"/>
                <a:cs typeface="Pretendard"/>
              </a:rPr>
              <a:t>실효성”을 같이 본다</a:t>
            </a:r>
          </a:p>
        </p:txBody>
      </p:sp>
      <p:sp>
        <p:nvSpPr>
          <p:cNvPr id="105" name="직사각형 104">
            <a:extLst>
              <a:ext uri="{FF2B5EF4-FFF2-40B4-BE49-F238E27FC236}">
                <a16:creationId xmlns:a16="http://schemas.microsoft.com/office/drawing/2014/main" id="{08A8A7FE-083D-ECA1-350B-096D0B74BE72}"/>
              </a:ext>
            </a:extLst>
          </p:cNvPr>
          <p:cNvSpPr>
            <a:spLocks noGrp="1"/>
          </p:cNvSpPr>
          <p:nvPr/>
        </p:nvSpPr>
        <p:spPr>
          <a:xfrm>
            <a:off x="400050" y="876300"/>
            <a:ext cx="10096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t"/>
          <a:lstStyle/>
          <a:p>
            <a:pPr>
              <a:lnSpc>
                <a:spcPct val="104000"/>
              </a:lnSpc>
              <a:spcAft>
                <a:spcPts val="100"/>
              </a:spcAft>
            </a:pPr>
            <a:r>
              <a:rPr lang="en-US" altLang="ko-KR" sz="2400" b="1">
                <a:solidFill>
                  <a:srgbClr val="17213B"/>
                </a:solidFill>
                <a:latin typeface="Pretendard SemiBold"/>
                <a:ea typeface="Pretendard SemiBold"/>
                <a:cs typeface="Pretendard SemiBold"/>
              </a:rPr>
              <a:t>'</a:t>
            </a:r>
            <a:r>
              <a:rPr lang="ko-KR" altLang="en-US" sz="2400" b="1">
                <a:solidFill>
                  <a:srgbClr val="17213B"/>
                </a:solidFill>
                <a:latin typeface="Pretendard SemiBold"/>
                <a:ea typeface="Pretendard SemiBold"/>
                <a:cs typeface="Pretendard SemiBold"/>
              </a:rPr>
              <a:t>잘 줄였나</a:t>
            </a:r>
            <a:r>
              <a:rPr lang="en-US" altLang="ko-KR" sz="2400" b="1">
                <a:solidFill>
                  <a:srgbClr val="17213B"/>
                </a:solidFill>
                <a:latin typeface="Pretendard SemiBold"/>
                <a:ea typeface="Pretendard SemiBold"/>
                <a:cs typeface="Pretendard SemiBold"/>
              </a:rPr>
              <a:t>'</a:t>
            </a:r>
            <a:r>
              <a:rPr lang="ko-KR" altLang="en-US" sz="2400" b="1">
                <a:solidFill>
                  <a:srgbClr val="17213B"/>
                </a:solidFill>
                <a:latin typeface="Pretendard SemiBold"/>
                <a:ea typeface="Pretendard SemiBold"/>
                <a:cs typeface="Pretendard SemiBold"/>
              </a:rPr>
              <a:t>가 아니라 </a:t>
            </a:r>
            <a:r>
              <a:rPr lang="en-US" altLang="ko-KR" sz="2400" b="1">
                <a:solidFill>
                  <a:srgbClr val="0070C0"/>
                </a:solidFill>
                <a:latin typeface="Pretendard SemiBold"/>
                <a:ea typeface="Pretendard SemiBold"/>
                <a:cs typeface="Pretendard SemiBold"/>
              </a:rPr>
              <a:t>'</a:t>
            </a:r>
            <a:r>
              <a:rPr lang="ko-KR" altLang="en-US" sz="2400" b="1">
                <a:solidFill>
                  <a:srgbClr val="0070C0"/>
                </a:solidFill>
                <a:latin typeface="Pretendard SemiBold"/>
                <a:ea typeface="Pretendard SemiBold"/>
                <a:cs typeface="Pretendard SemiBold"/>
              </a:rPr>
              <a:t>서비스로 쓸 만한가</a:t>
            </a:r>
            <a:r>
              <a:rPr lang="en-US" altLang="ko-KR" sz="2400" b="1">
                <a:solidFill>
                  <a:srgbClr val="0070C0"/>
                </a:solidFill>
                <a:latin typeface="Pretendard SemiBold"/>
                <a:ea typeface="Pretendard SemiBold"/>
                <a:cs typeface="Pretendard SemiBold"/>
              </a:rPr>
              <a:t>'</a:t>
            </a:r>
            <a:r>
              <a:rPr lang="ko-KR" altLang="en-US" sz="2400" b="1">
                <a:solidFill>
                  <a:srgbClr val="0070C0"/>
                </a:solidFill>
                <a:latin typeface="Pretendard SemiBold"/>
                <a:ea typeface="Pretendard SemiBold"/>
                <a:cs typeface="Pretendard SemiBold"/>
              </a:rPr>
              <a:t>로 평가</a:t>
            </a:r>
            <a:endParaRPr sz="2400" b="1">
              <a:solidFill>
                <a:srgbClr val="151923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275B0B-75E2-E363-87C8-BF7DA2DBA39C}"/>
              </a:ext>
            </a:extLst>
          </p:cNvPr>
          <p:cNvSpPr txBox="1"/>
          <p:nvPr/>
        </p:nvSpPr>
        <p:spPr>
          <a:xfrm>
            <a:off x="602147" y="3096404"/>
            <a:ext cx="3022137" cy="24096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 eaLnBrk="0" hangingPunct="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lang="ko-KR" altLang="en-US" sz="1400" b="1">
                <a:latin typeface="Pretendard SemiBold"/>
                <a:ea typeface="Pretendard SemiBold"/>
                <a:cs typeface="Pretendard SemiBold"/>
              </a:rPr>
              <a:t>기술적 지표 평가 </a:t>
            </a:r>
            <a:r>
              <a:rPr lang="en-US" altLang="ko-KR" sz="1400" b="1">
                <a:latin typeface="Pretendard SemiBold"/>
                <a:ea typeface="Pretendard SemiBold"/>
                <a:cs typeface="Pretendard SemiBold"/>
              </a:rPr>
              <a:t>7</a:t>
            </a:r>
            <a:r>
              <a:rPr lang="ko-KR" altLang="en-US" sz="1400" b="1">
                <a:latin typeface="Pretendard SemiBold"/>
                <a:ea typeface="Pretendard SemiBold"/>
                <a:cs typeface="Pretendard SemiBold"/>
              </a:rPr>
              <a:t>종</a:t>
            </a:r>
            <a:endParaRPr sz="1400" b="1">
              <a:latin typeface="Pretendard SemiBold"/>
              <a:ea typeface="Pretendard SemiBold"/>
              <a:cs typeface="Pretendard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11017842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직사각형 36">
            <a:extLst>
              <a:ext uri="{FF2B5EF4-FFF2-40B4-BE49-F238E27FC236}">
                <a16:creationId xmlns:a16="http://schemas.microsoft.com/office/drawing/2014/main" id="{229A523D-53DF-42F1-8006-3F273AE5EC9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 w="0">
            <a:solidFill>
              <a:srgbClr val="000000">
                <a:alpha val="0"/>
              </a:srgb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19FF54D-0185-4A36-8268-87FA9EB6D0C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151923"/>
          </a:solidFill>
          <a:ln w="0">
            <a:solidFill>
              <a:srgbClr val="000000">
                <a:alpha val="0"/>
              </a:srgb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8EF6C56-D989-49A5-B570-CCE07604FE81}"/>
              </a:ext>
            </a:extLst>
          </p:cNvPr>
          <p:cNvSpPr>
            <a:spLocks noGrp="1"/>
          </p:cNvSpPr>
          <p:nvPr/>
        </p:nvSpPr>
        <p:spPr>
          <a:xfrm>
            <a:off x="95250" y="0"/>
            <a:ext cx="47625" cy="685800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1714FA1-7F78-47D6-B5B4-672CE106F699}"/>
              </a:ext>
            </a:extLst>
          </p:cNvPr>
          <p:cNvSpPr>
            <a:spLocks noGrp="1"/>
          </p:cNvSpPr>
          <p:nvPr/>
        </p:nvSpPr>
        <p:spPr>
          <a:xfrm>
            <a:off x="400050" y="876300"/>
            <a:ext cx="10096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t"/>
          <a:lstStyle/>
          <a:p>
            <a:pPr>
              <a:lnSpc>
                <a:spcPct val="104000"/>
              </a:lnSpc>
              <a:spcAft>
                <a:spcPts val="100"/>
              </a:spcAft>
            </a:pPr>
            <a:r>
              <a:rPr lang="ko-KR" altLang="en-US" sz="2400" b="1">
                <a:solidFill>
                  <a:srgbClr val="17213B"/>
                </a:solidFill>
                <a:latin typeface="Pretendard SemiBold"/>
                <a:ea typeface="Pretendard SemiBold"/>
                <a:cs typeface="Pretendard SemiBold"/>
              </a:rPr>
              <a:t>정성적 항목의 평가 방법</a:t>
            </a:r>
            <a:endParaRPr sz="2400" b="1">
              <a:solidFill>
                <a:srgbClr val="151923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50A14FE-6ED2-4586-880F-E37127260D18}"/>
              </a:ext>
            </a:extLst>
          </p:cNvPr>
          <p:cNvSpPr>
            <a:spLocks noGrp="1"/>
          </p:cNvSpPr>
          <p:nvPr/>
        </p:nvSpPr>
        <p:spPr>
          <a:xfrm>
            <a:off x="400050" y="1295400"/>
            <a:ext cx="11287125" cy="19050"/>
          </a:xfrm>
          <a:prstGeom prst="rect">
            <a:avLst/>
          </a:prstGeom>
          <a:solidFill>
            <a:srgbClr val="151923"/>
          </a:solidFill>
          <a:ln w="0">
            <a:solidFill>
              <a:srgbClr val="000000">
                <a:alpha val="0"/>
              </a:srgb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7DF1C10-C22B-4893-BEBF-7DC535FACC19}"/>
              </a:ext>
            </a:extLst>
          </p:cNvPr>
          <p:cNvSpPr>
            <a:spLocks noGrp="1"/>
          </p:cNvSpPr>
          <p:nvPr/>
        </p:nvSpPr>
        <p:spPr>
          <a:xfrm>
            <a:off x="400050" y="1409700"/>
            <a:ext cx="11287125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1313" b="1">
                <a:solidFill>
                  <a:srgbClr val="111827"/>
                </a:solidFill>
                <a:latin typeface="Pretendard"/>
                <a:ea typeface="Pretendard"/>
                <a:cs typeface="Pretendard"/>
              </a:defRPr>
            </a:pPr>
            <a:r>
              <a:rPr lang="ko-KR" altLang="en-US" sz="1313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사전 준비 된 골든 데이터셋을 기반으로</a:t>
            </a:r>
            <a:r>
              <a:rPr lang="en-US" altLang="ko-KR" sz="1313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lang="ko-KR" altLang="en-US" sz="1313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자동</a:t>
            </a:r>
            <a:r>
              <a:rPr lang="en-US" altLang="ko-KR" sz="1313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·AI·</a:t>
            </a:r>
            <a:r>
              <a:rPr lang="ko-KR" altLang="en-US" sz="1313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사람 </a:t>
            </a:r>
            <a:r>
              <a:rPr lang="en-US" altLang="ko-KR" sz="1313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3</a:t>
            </a:r>
            <a:r>
              <a:rPr lang="ko-KR" altLang="en-US" sz="1313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중으로 채점해 성능을 평가한다</a:t>
            </a:r>
            <a:endParaRPr sz="1313" b="1">
              <a:solidFill>
                <a:srgbClr val="111827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E32E127-31DB-4226-967F-18CE3D28D257}"/>
              </a:ext>
            </a:extLst>
          </p:cNvPr>
          <p:cNvSpPr>
            <a:spLocks noGrp="1"/>
          </p:cNvSpPr>
          <p:nvPr/>
        </p:nvSpPr>
        <p:spPr>
          <a:xfrm>
            <a:off x="418098" y="1924050"/>
            <a:ext cx="5429250" cy="4400550"/>
          </a:xfrm>
          <a:prstGeom prst="rect">
            <a:avLst/>
          </a:prstGeom>
          <a:solidFill>
            <a:srgbClr val="EEF4FF"/>
          </a:solidFill>
          <a:ln w="11430">
            <a:solidFill>
              <a:srgbClr val="C8D6E8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1ED1780-861E-47C5-82CC-19D074E4AE1F}"/>
              </a:ext>
            </a:extLst>
          </p:cNvPr>
          <p:cNvSpPr>
            <a:spLocks noGrp="1"/>
          </p:cNvSpPr>
          <p:nvPr/>
        </p:nvSpPr>
        <p:spPr>
          <a:xfrm>
            <a:off x="413654" y="1924050"/>
            <a:ext cx="45719" cy="4400550"/>
          </a:xfrm>
          <a:prstGeom prst="rect">
            <a:avLst/>
          </a:prstGeom>
          <a:solidFill>
            <a:srgbClr val="0070C0"/>
          </a:solidFill>
          <a:ln w="0">
            <a:solidFill>
              <a:srgbClr val="000000">
                <a:alpha val="0"/>
              </a:srgbClr>
            </a:solidFill>
          </a:ln>
        </p:spPr>
        <p:txBody>
          <a:bodyPr/>
          <a:lstStyle/>
          <a:p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762827A-0725-444E-AA17-0759A926573B}"/>
              </a:ext>
            </a:extLst>
          </p:cNvPr>
          <p:cNvSpPr>
            <a:spLocks noGrp="1"/>
          </p:cNvSpPr>
          <p:nvPr/>
        </p:nvSpPr>
        <p:spPr>
          <a:xfrm>
            <a:off x="608598" y="2095500"/>
            <a:ext cx="2603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2563EB"/>
                </a:solidFill>
                <a:latin typeface="Pretendard"/>
                <a:ea typeface="Pretendard"/>
                <a:cs typeface="Pretendard"/>
              </a:defRPr>
            </a:pPr>
            <a:r>
              <a:rPr lang="ko-KR" altLang="en-US" sz="1725" b="1">
                <a:solidFill>
                  <a:srgbClr val="0070C0"/>
                </a:solidFill>
                <a:latin typeface="Pretendard"/>
                <a:ea typeface="Pretendard"/>
                <a:cs typeface="Pretendard"/>
              </a:rPr>
              <a:t>문제〮답안지 준비</a:t>
            </a:r>
            <a:endParaRPr sz="1725" b="1">
              <a:solidFill>
                <a:srgbClr val="0070C0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E201D32-4B44-40D3-87B1-754D4E20995C}"/>
              </a:ext>
            </a:extLst>
          </p:cNvPr>
          <p:cNvSpPr>
            <a:spLocks noGrp="1"/>
          </p:cNvSpPr>
          <p:nvPr/>
        </p:nvSpPr>
        <p:spPr>
          <a:xfrm>
            <a:off x="2291348" y="2124456"/>
            <a:ext cx="195897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1163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lang="ko-KR" altLang="en-US" sz="120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lang="en-US" altLang="ko-KR" sz="120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— </a:t>
            </a:r>
            <a:r>
              <a:rPr lang="ko-KR" altLang="en-US" sz="120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골든셋 설계</a:t>
            </a:r>
            <a:endParaRPr sz="1200" b="0">
              <a:solidFill>
                <a:srgbClr val="4B5563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B192CC9-B9BA-4CA9-91B8-394EB58D5676}"/>
              </a:ext>
            </a:extLst>
          </p:cNvPr>
          <p:cNvSpPr>
            <a:spLocks noGrp="1"/>
          </p:cNvSpPr>
          <p:nvPr/>
        </p:nvSpPr>
        <p:spPr>
          <a:xfrm>
            <a:off x="6267450" y="1924050"/>
            <a:ext cx="5429250" cy="4400550"/>
          </a:xfrm>
          <a:prstGeom prst="rect">
            <a:avLst/>
          </a:prstGeom>
          <a:solidFill>
            <a:srgbClr val="F5F6F8"/>
          </a:solidFill>
          <a:ln w="11430">
            <a:solidFill>
              <a:srgbClr val="C8D6E8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0460EEAD-CDF8-4DEC-9105-D701FF61032C}"/>
              </a:ext>
            </a:extLst>
          </p:cNvPr>
          <p:cNvSpPr>
            <a:spLocks noGrp="1"/>
          </p:cNvSpPr>
          <p:nvPr/>
        </p:nvSpPr>
        <p:spPr>
          <a:xfrm>
            <a:off x="6263006" y="1924050"/>
            <a:ext cx="45719" cy="4400550"/>
          </a:xfrm>
          <a:prstGeom prst="rect">
            <a:avLst/>
          </a:prstGeom>
          <a:solidFill>
            <a:srgbClr val="2B3038"/>
          </a:solidFill>
          <a:ln w="0">
            <a:solidFill>
              <a:srgbClr val="000000">
                <a:alpha val="0"/>
              </a:srgb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6882B918-ED5B-442C-A120-850794FC8C86}"/>
              </a:ext>
            </a:extLst>
          </p:cNvPr>
          <p:cNvSpPr>
            <a:spLocks noGrp="1"/>
          </p:cNvSpPr>
          <p:nvPr/>
        </p:nvSpPr>
        <p:spPr>
          <a:xfrm>
            <a:off x="6457950" y="2095500"/>
            <a:ext cx="14414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2B3038"/>
                </a:solidFill>
                <a:latin typeface="Pretendard"/>
                <a:ea typeface="Pretendard"/>
                <a:cs typeface="Pretendard"/>
              </a:defRPr>
            </a:pPr>
            <a:r>
              <a:rPr lang="ko-KR" altLang="en-US" sz="1725" b="1">
                <a:solidFill>
                  <a:srgbClr val="2B3038"/>
                </a:solidFill>
                <a:latin typeface="Pretendard"/>
                <a:ea typeface="Pretendard"/>
                <a:cs typeface="Pretendard"/>
              </a:rPr>
              <a:t>채점</a:t>
            </a:r>
            <a:endParaRPr sz="1725" b="1">
              <a:solidFill>
                <a:srgbClr val="2B3038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96AB23D0-2077-4C31-A0F9-5B87A94175C3}"/>
              </a:ext>
            </a:extLst>
          </p:cNvPr>
          <p:cNvSpPr>
            <a:spLocks noGrp="1"/>
          </p:cNvSpPr>
          <p:nvPr/>
        </p:nvSpPr>
        <p:spPr>
          <a:xfrm>
            <a:off x="6919125" y="2124456"/>
            <a:ext cx="222929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t"/>
          <a:lstStyle/>
          <a:p>
            <a:pPr algn="l">
              <a:defRPr sz="1163" b="0">
                <a:solidFill>
                  <a:srgbClr val="4B5563"/>
                </a:solidFill>
                <a:latin typeface="Pretendard"/>
                <a:ea typeface="Pretendard"/>
                <a:cs typeface="Pretendard"/>
              </a:defRPr>
            </a:pPr>
            <a:r>
              <a:rPr lang="ko-KR" altLang="en-US"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lang="en-US" altLang="ko-KR"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— </a:t>
            </a:r>
            <a:r>
              <a:rPr lang="ko-KR" altLang="en-US"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자동 </a:t>
            </a:r>
            <a:r>
              <a:rPr lang="en-US" altLang="ko-KR"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AI · </a:t>
            </a:r>
            <a:r>
              <a:rPr lang="ko-KR" altLang="en-US"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사람 </a:t>
            </a:r>
            <a:r>
              <a:rPr lang="en-US" altLang="ko-KR"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3</a:t>
            </a:r>
            <a:r>
              <a:rPr lang="ko-KR" altLang="en-US"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중 검증</a:t>
            </a:r>
            <a:endParaRPr sz="1200" b="0">
              <a:solidFill>
                <a:srgbClr val="4B5563"/>
              </a:solidFill>
              <a:latin typeface="Pretendard"/>
              <a:ea typeface="Pretendard"/>
              <a:cs typeface="Pretendard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069521E1-1A0E-1243-ED10-F8C284B7D186}"/>
              </a:ext>
            </a:extLst>
          </p:cNvPr>
          <p:cNvGrpSpPr/>
          <p:nvPr/>
        </p:nvGrpSpPr>
        <p:grpSpPr>
          <a:xfrm>
            <a:off x="6579108" y="2713124"/>
            <a:ext cx="4908042" cy="837023"/>
            <a:chOff x="6579108" y="2481991"/>
            <a:chExt cx="4908042" cy="837023"/>
          </a:xfrm>
        </p:grpSpPr>
        <p:sp>
          <p:nvSpPr>
            <p:cNvPr id="38" name="Rounded Rectangle 6">
              <a:extLst>
                <a:ext uri="{FF2B5EF4-FFF2-40B4-BE49-F238E27FC236}">
                  <a16:creationId xmlns:a16="http://schemas.microsoft.com/office/drawing/2014/main" id="{38D3AEE3-F9CD-C988-895E-D629F8A9A444}"/>
                </a:ext>
              </a:extLst>
            </p:cNvPr>
            <p:cNvSpPr/>
            <p:nvPr/>
          </p:nvSpPr>
          <p:spPr>
            <a:xfrm>
              <a:off x="6579108" y="2481992"/>
              <a:ext cx="4908042" cy="837022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5240">
              <a:solidFill>
                <a:srgbClr val="D4DBE8"/>
              </a:solidFill>
            </a:ln>
            <a:effectLst>
              <a:outerShdw blurRad="76200" dist="38100" dir="5400000" rotWithShape="0">
                <a:srgbClr val="1A2440">
                  <a:alpha val="82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Rectangle 7">
              <a:extLst>
                <a:ext uri="{FF2B5EF4-FFF2-40B4-BE49-F238E27FC236}">
                  <a16:creationId xmlns:a16="http://schemas.microsoft.com/office/drawing/2014/main" id="{7EB6B6F9-FC61-CB7F-6579-A467C15CA5E5}"/>
                </a:ext>
              </a:extLst>
            </p:cNvPr>
            <p:cNvSpPr/>
            <p:nvPr/>
          </p:nvSpPr>
          <p:spPr>
            <a:xfrm>
              <a:off x="6579108" y="2481991"/>
              <a:ext cx="62424" cy="837022"/>
            </a:xfrm>
            <a:prstGeom prst="rect">
              <a:avLst/>
            </a:prstGeom>
            <a:solidFill>
              <a:srgbClr val="2E6FD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0" name="Oval 8">
              <a:extLst>
                <a:ext uri="{FF2B5EF4-FFF2-40B4-BE49-F238E27FC236}">
                  <a16:creationId xmlns:a16="http://schemas.microsoft.com/office/drawing/2014/main" id="{57D826C3-33C1-9B9D-CA8D-6B80ACE9603F}"/>
                </a:ext>
              </a:extLst>
            </p:cNvPr>
            <p:cNvSpPr/>
            <p:nvPr/>
          </p:nvSpPr>
          <p:spPr>
            <a:xfrm>
              <a:off x="6722933" y="2734423"/>
              <a:ext cx="341585" cy="332159"/>
            </a:xfrm>
            <a:prstGeom prst="ellipse">
              <a:avLst/>
            </a:prstGeom>
            <a:solidFill>
              <a:srgbClr val="2E6FD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 SemiBold"/>
                  <a:ea typeface="Pretendard SemiBold"/>
                  <a:cs typeface="Pretendard SemiBold"/>
                </a:rPr>
                <a:t>1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E864C7D-5710-62D2-FD2B-D8B09411380A}"/>
                </a:ext>
              </a:extLst>
            </p:cNvPr>
            <p:cNvSpPr txBox="1"/>
            <p:nvPr/>
          </p:nvSpPr>
          <p:spPr>
            <a:xfrm>
              <a:off x="7172388" y="2647012"/>
              <a:ext cx="4206893" cy="225575"/>
            </a:xfrm>
            <a:prstGeom prst="rect">
              <a:avLst/>
            </a:prstGeom>
            <a:noFill/>
          </p:spPr>
          <p:txBody>
            <a:bodyPr wrap="square" lIns="25400" tIns="12700" rIns="25400" bIns="12700" anchor="t">
              <a:spAutoFit/>
            </a:bodyPr>
            <a:lstStyle/>
            <a:p>
              <a:pPr algn="l">
                <a:lnSpc>
                  <a:spcPct val="105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300" b="1" err="1">
                  <a:solidFill>
                    <a:srgbClr val="17213B"/>
                  </a:solidFill>
                  <a:latin typeface="Pretendard SemiBold"/>
                  <a:ea typeface="Pretendard SemiBold"/>
                  <a:cs typeface="Pretendard SemiBold"/>
                </a:rPr>
                <a:t>자동</a:t>
              </a:r>
              <a:r>
                <a:rPr sz="1300" b="1">
                  <a:solidFill>
                    <a:srgbClr val="17213B"/>
                  </a:solidFill>
                  <a:latin typeface="Pretendard SemiBold"/>
                  <a:ea typeface="Pretendard SemiBold"/>
                  <a:cs typeface="Pretendard SemiBold"/>
                </a:rPr>
                <a:t> </a:t>
              </a:r>
              <a:r>
                <a:rPr sz="1300" b="1" err="1">
                  <a:solidFill>
                    <a:srgbClr val="17213B"/>
                  </a:solidFill>
                  <a:latin typeface="Pretendard SemiBold"/>
                  <a:ea typeface="Pretendard SemiBold"/>
                  <a:cs typeface="Pretendard SemiBold"/>
                </a:rPr>
                <a:t>검사</a:t>
              </a:r>
              <a:r>
                <a:rPr sz="1300" b="1">
                  <a:solidFill>
                    <a:srgbClr val="17213B"/>
                  </a:solidFill>
                  <a:latin typeface="Pretendard SemiBold"/>
                  <a:ea typeface="Pretendard SemiBold"/>
                  <a:cs typeface="Pretendard SemiBold"/>
                </a:rPr>
                <a:t> (</a:t>
              </a:r>
              <a:r>
                <a:rPr lang="ko-KR" altLang="en-US" sz="1300" b="1">
                  <a:solidFill>
                    <a:srgbClr val="17213B"/>
                  </a:solidFill>
                  <a:latin typeface="Pretendard SemiBold"/>
                  <a:ea typeface="Pretendard SemiBold"/>
                  <a:cs typeface="Pretendard SemiBold"/>
                </a:rPr>
                <a:t>규칙 기반</a:t>
              </a:r>
              <a:r>
                <a:rPr sz="1300" b="1">
                  <a:solidFill>
                    <a:srgbClr val="17213B"/>
                  </a:solidFill>
                  <a:latin typeface="Pretendard SemiBold"/>
                  <a:ea typeface="Pretendard SemiBold"/>
                  <a:cs typeface="Pretendard SemiBold"/>
                </a:rPr>
                <a:t>)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7F90EAA9-7A9B-FB40-FACF-31AFCAF858BB}"/>
                </a:ext>
              </a:extLst>
            </p:cNvPr>
            <p:cNvSpPr txBox="1"/>
            <p:nvPr/>
          </p:nvSpPr>
          <p:spPr>
            <a:xfrm>
              <a:off x="7172388" y="2891762"/>
              <a:ext cx="4206893" cy="191784"/>
            </a:xfrm>
            <a:prstGeom prst="rect">
              <a:avLst/>
            </a:prstGeom>
            <a:noFill/>
          </p:spPr>
          <p:txBody>
            <a:bodyPr wrap="square" lIns="25400" tIns="12700" rIns="25400" bIns="12700" anchor="t">
              <a:spAutoFit/>
            </a:bodyPr>
            <a:lstStyle/>
            <a:p>
              <a:pPr algn="l">
                <a:lnSpc>
                  <a:spcPct val="105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lang="ko-KR" altLang="en-US" sz="108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골든셋의 </a:t>
              </a:r>
              <a:r>
                <a:rPr lang="en-US" altLang="ko-KR" sz="108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Include·Exclude </a:t>
              </a:r>
              <a:r>
                <a:rPr lang="ko-KR" altLang="en-US" sz="108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문구를 답변과 대조 → 위반〮누락 자동 검출</a:t>
              </a:r>
              <a:endParaRPr sz="1080" b="0">
                <a:solidFill>
                  <a:srgbClr val="5C667A"/>
                </a:solidFill>
                <a:latin typeface="Pretendard"/>
                <a:ea typeface="Pretendard"/>
                <a:cs typeface="Pretendard"/>
              </a:endParaRPr>
            </a:p>
          </p:txBody>
        </p:sp>
      </p:grpSp>
      <p:sp>
        <p:nvSpPr>
          <p:cNvPr id="43" name="Down Arrow 11">
            <a:extLst>
              <a:ext uri="{FF2B5EF4-FFF2-40B4-BE49-F238E27FC236}">
                <a16:creationId xmlns:a16="http://schemas.microsoft.com/office/drawing/2014/main" id="{CF106AD8-8CAB-4653-4FC1-7358C2B97C07}"/>
              </a:ext>
            </a:extLst>
          </p:cNvPr>
          <p:cNvSpPr/>
          <p:nvPr/>
        </p:nvSpPr>
        <p:spPr>
          <a:xfrm>
            <a:off x="8943238" y="3626786"/>
            <a:ext cx="179782" cy="180978"/>
          </a:xfrm>
          <a:prstGeom prst="downArrow">
            <a:avLst/>
          </a:prstGeom>
          <a:solidFill>
            <a:srgbClr val="2E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8217F60A-D663-BC38-0A05-240DD0B2F15D}"/>
              </a:ext>
            </a:extLst>
          </p:cNvPr>
          <p:cNvGrpSpPr/>
          <p:nvPr/>
        </p:nvGrpSpPr>
        <p:grpSpPr>
          <a:xfrm>
            <a:off x="6579108" y="3884403"/>
            <a:ext cx="4908042" cy="837023"/>
            <a:chOff x="6579108" y="3321129"/>
            <a:chExt cx="4908042" cy="837023"/>
          </a:xfrm>
        </p:grpSpPr>
        <p:sp>
          <p:nvSpPr>
            <p:cNvPr id="44" name="Rounded Rectangle 12">
              <a:extLst>
                <a:ext uri="{FF2B5EF4-FFF2-40B4-BE49-F238E27FC236}">
                  <a16:creationId xmlns:a16="http://schemas.microsoft.com/office/drawing/2014/main" id="{553A07E1-A576-56AF-DEC2-E3CA5B84D435}"/>
                </a:ext>
              </a:extLst>
            </p:cNvPr>
            <p:cNvSpPr/>
            <p:nvPr/>
          </p:nvSpPr>
          <p:spPr>
            <a:xfrm>
              <a:off x="6579108" y="3321130"/>
              <a:ext cx="4908042" cy="837022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5240">
              <a:solidFill>
                <a:srgbClr val="D4DBE8"/>
              </a:solidFill>
            </a:ln>
            <a:effectLst>
              <a:outerShdw blurRad="76200" dist="38100" dir="5400000" rotWithShape="0">
                <a:srgbClr val="1A2440">
                  <a:alpha val="82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5" name="Rectangle 13">
              <a:extLst>
                <a:ext uri="{FF2B5EF4-FFF2-40B4-BE49-F238E27FC236}">
                  <a16:creationId xmlns:a16="http://schemas.microsoft.com/office/drawing/2014/main" id="{D18EF2BC-157E-B7E6-1F69-0617E135973C}"/>
                </a:ext>
              </a:extLst>
            </p:cNvPr>
            <p:cNvSpPr/>
            <p:nvPr/>
          </p:nvSpPr>
          <p:spPr>
            <a:xfrm>
              <a:off x="6579108" y="3321129"/>
              <a:ext cx="62424" cy="837022"/>
            </a:xfrm>
            <a:prstGeom prst="rect">
              <a:avLst/>
            </a:prstGeom>
            <a:solidFill>
              <a:srgbClr val="2E6FD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6" name="Oval 14">
              <a:extLst>
                <a:ext uri="{FF2B5EF4-FFF2-40B4-BE49-F238E27FC236}">
                  <a16:creationId xmlns:a16="http://schemas.microsoft.com/office/drawing/2014/main" id="{EA0A94D1-C0C0-06D9-944B-58C461CE71FF}"/>
                </a:ext>
              </a:extLst>
            </p:cNvPr>
            <p:cNvSpPr/>
            <p:nvPr/>
          </p:nvSpPr>
          <p:spPr>
            <a:xfrm>
              <a:off x="6722933" y="3573562"/>
              <a:ext cx="341585" cy="332159"/>
            </a:xfrm>
            <a:prstGeom prst="ellipse">
              <a:avLst/>
            </a:prstGeom>
            <a:solidFill>
              <a:srgbClr val="2E6FD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 SemiBold"/>
                  <a:ea typeface="Pretendard SemiBold"/>
                  <a:cs typeface="Pretendard SemiBold"/>
                </a:rPr>
                <a:t>2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B2E9F6C-3E75-C420-423E-6EB982796809}"/>
                </a:ext>
              </a:extLst>
            </p:cNvPr>
            <p:cNvSpPr txBox="1"/>
            <p:nvPr/>
          </p:nvSpPr>
          <p:spPr>
            <a:xfrm>
              <a:off x="7172388" y="3486151"/>
              <a:ext cx="4206893" cy="262231"/>
            </a:xfrm>
            <a:prstGeom prst="rect">
              <a:avLst/>
            </a:prstGeom>
            <a:noFill/>
          </p:spPr>
          <p:txBody>
            <a:bodyPr wrap="square" lIns="25400" tIns="12700" rIns="25400" bIns="12700" anchor="t">
              <a:spAutoFit/>
            </a:bodyPr>
            <a:lstStyle/>
            <a:p>
              <a:pPr algn="l">
                <a:lnSpc>
                  <a:spcPct val="105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300" b="1">
                  <a:solidFill>
                    <a:srgbClr val="17213B"/>
                  </a:solidFill>
                  <a:latin typeface="Pretendard SemiBold"/>
                  <a:ea typeface="Pretendard SemiBold"/>
                  <a:cs typeface="Pretendard SemiBold"/>
                </a:rPr>
                <a:t>LLM Judge (A/B </a:t>
              </a:r>
              <a:r>
                <a:rPr sz="1300" b="1" err="1">
                  <a:solidFill>
                    <a:srgbClr val="17213B"/>
                  </a:solidFill>
                  <a:latin typeface="Pretendard SemiBold"/>
                  <a:ea typeface="Pretendard SemiBold"/>
                  <a:cs typeface="Pretendard SemiBold"/>
                </a:rPr>
                <a:t>블라인드</a:t>
              </a:r>
              <a:r>
                <a:rPr sz="1300" b="1">
                  <a:solidFill>
                    <a:srgbClr val="17213B"/>
                  </a:solidFill>
                  <a:latin typeface="Pretendard SemiBold"/>
                  <a:ea typeface="Pretendard SemiBold"/>
                  <a:cs typeface="Pretendard SemiBold"/>
                </a:rPr>
                <a:t>)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324FFE45-B52D-0445-6B5F-BABA061926ED}"/>
                </a:ext>
              </a:extLst>
            </p:cNvPr>
            <p:cNvSpPr txBox="1"/>
            <p:nvPr/>
          </p:nvSpPr>
          <p:spPr>
            <a:xfrm>
              <a:off x="7172388" y="3730900"/>
              <a:ext cx="4206893" cy="191784"/>
            </a:xfrm>
            <a:prstGeom prst="rect">
              <a:avLst/>
            </a:prstGeom>
            <a:noFill/>
          </p:spPr>
          <p:txBody>
            <a:bodyPr wrap="square" lIns="25400" tIns="12700" rIns="25400" bIns="12700" anchor="t">
              <a:spAutoFit/>
            </a:bodyPr>
            <a:lstStyle/>
            <a:p>
              <a:pPr algn="l">
                <a:lnSpc>
                  <a:spcPct val="105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lang="ko-KR" altLang="en-US" sz="108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답변을 골든셋 기준 답안과 대조 </a:t>
              </a:r>
              <a:r>
                <a:rPr lang="en-US" altLang="ko-KR" sz="108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— </a:t>
              </a:r>
              <a:r>
                <a:rPr lang="ko-KR" altLang="en-US" sz="108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모델명 가린 채 채점</a:t>
              </a:r>
              <a:endParaRPr sz="1080" b="0">
                <a:solidFill>
                  <a:srgbClr val="5C667A"/>
                </a:solidFill>
                <a:latin typeface="Pretendard"/>
                <a:ea typeface="Pretendard"/>
                <a:cs typeface="Pretendard"/>
              </a:endParaRPr>
            </a:p>
          </p:txBody>
        </p:sp>
      </p:grpSp>
      <p:sp>
        <p:nvSpPr>
          <p:cNvPr id="49" name="Down Arrow 17">
            <a:extLst>
              <a:ext uri="{FF2B5EF4-FFF2-40B4-BE49-F238E27FC236}">
                <a16:creationId xmlns:a16="http://schemas.microsoft.com/office/drawing/2014/main" id="{DA1A89BD-8897-E3D8-AF95-418A0C21F93A}"/>
              </a:ext>
            </a:extLst>
          </p:cNvPr>
          <p:cNvSpPr/>
          <p:nvPr/>
        </p:nvSpPr>
        <p:spPr>
          <a:xfrm>
            <a:off x="8943238" y="4798065"/>
            <a:ext cx="179782" cy="180978"/>
          </a:xfrm>
          <a:prstGeom prst="downArrow">
            <a:avLst/>
          </a:prstGeom>
          <a:solidFill>
            <a:srgbClr val="2E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C5EB724F-93F7-C34F-2ACF-5B45733FAB4B}"/>
              </a:ext>
            </a:extLst>
          </p:cNvPr>
          <p:cNvGrpSpPr/>
          <p:nvPr/>
        </p:nvGrpSpPr>
        <p:grpSpPr>
          <a:xfrm>
            <a:off x="6579107" y="5055683"/>
            <a:ext cx="4908043" cy="837025"/>
            <a:chOff x="6579107" y="4517855"/>
            <a:chExt cx="4908043" cy="837025"/>
          </a:xfrm>
        </p:grpSpPr>
        <p:sp>
          <p:nvSpPr>
            <p:cNvPr id="50" name="Rounded Rectangle 18">
              <a:extLst>
                <a:ext uri="{FF2B5EF4-FFF2-40B4-BE49-F238E27FC236}">
                  <a16:creationId xmlns:a16="http://schemas.microsoft.com/office/drawing/2014/main" id="{682E78E0-35A0-6271-92BE-65831DDCCB58}"/>
                </a:ext>
              </a:extLst>
            </p:cNvPr>
            <p:cNvSpPr/>
            <p:nvPr/>
          </p:nvSpPr>
          <p:spPr>
            <a:xfrm>
              <a:off x="6579108" y="4517858"/>
              <a:ext cx="4908042" cy="837022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5240">
              <a:solidFill>
                <a:srgbClr val="D4DBE8"/>
              </a:solidFill>
            </a:ln>
            <a:effectLst>
              <a:outerShdw blurRad="76200" dist="38100" dir="5400000" rotWithShape="0">
                <a:srgbClr val="1A2440">
                  <a:alpha val="82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1" name="Rectangle 19">
              <a:extLst>
                <a:ext uri="{FF2B5EF4-FFF2-40B4-BE49-F238E27FC236}">
                  <a16:creationId xmlns:a16="http://schemas.microsoft.com/office/drawing/2014/main" id="{B65ADA4E-D62E-353C-8DC2-0774E7A6CDE3}"/>
                </a:ext>
              </a:extLst>
            </p:cNvPr>
            <p:cNvSpPr/>
            <p:nvPr/>
          </p:nvSpPr>
          <p:spPr>
            <a:xfrm>
              <a:off x="6579107" y="4517855"/>
              <a:ext cx="62424" cy="837022"/>
            </a:xfrm>
            <a:prstGeom prst="rect">
              <a:avLst/>
            </a:prstGeom>
            <a:solidFill>
              <a:srgbClr val="2E6FD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Oval 20">
              <a:extLst>
                <a:ext uri="{FF2B5EF4-FFF2-40B4-BE49-F238E27FC236}">
                  <a16:creationId xmlns:a16="http://schemas.microsoft.com/office/drawing/2014/main" id="{783386F6-8D7A-5CC8-B79A-15AC68BC151D}"/>
                </a:ext>
              </a:extLst>
            </p:cNvPr>
            <p:cNvSpPr/>
            <p:nvPr/>
          </p:nvSpPr>
          <p:spPr>
            <a:xfrm>
              <a:off x="6722931" y="4770286"/>
              <a:ext cx="341585" cy="332159"/>
            </a:xfrm>
            <a:prstGeom prst="ellipse">
              <a:avLst/>
            </a:prstGeom>
            <a:solidFill>
              <a:srgbClr val="2E6FD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 SemiBold"/>
                  <a:ea typeface="Pretendard SemiBold"/>
                  <a:cs typeface="Pretendard SemiBold"/>
                </a:rPr>
                <a:t>3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21FA08F0-0326-30F9-97F2-B16A98E9CA42}"/>
                </a:ext>
              </a:extLst>
            </p:cNvPr>
            <p:cNvSpPr txBox="1"/>
            <p:nvPr/>
          </p:nvSpPr>
          <p:spPr>
            <a:xfrm>
              <a:off x="7172387" y="4682877"/>
              <a:ext cx="4206892" cy="262231"/>
            </a:xfrm>
            <a:prstGeom prst="rect">
              <a:avLst/>
            </a:prstGeom>
            <a:noFill/>
          </p:spPr>
          <p:txBody>
            <a:bodyPr wrap="square" lIns="25400" tIns="12700" rIns="25400" bIns="12700" anchor="t">
              <a:spAutoFit/>
            </a:bodyPr>
            <a:lstStyle/>
            <a:p>
              <a:pPr algn="l">
                <a:lnSpc>
                  <a:spcPct val="105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300" b="1" err="1">
                  <a:solidFill>
                    <a:srgbClr val="17213B"/>
                  </a:solidFill>
                  <a:latin typeface="Pretendard SemiBold"/>
                  <a:ea typeface="Pretendard SemiBold"/>
                  <a:cs typeface="Pretendard SemiBold"/>
                </a:rPr>
                <a:t>사람</a:t>
              </a:r>
              <a:r>
                <a:rPr sz="1300" b="1">
                  <a:solidFill>
                    <a:srgbClr val="17213B"/>
                  </a:solidFill>
                  <a:latin typeface="Pretendard SemiBold"/>
                  <a:ea typeface="Pretendard SemiBold"/>
                  <a:cs typeface="Pretendard SemiBold"/>
                </a:rPr>
                <a:t> </a:t>
              </a:r>
              <a:r>
                <a:rPr sz="1300" b="1" err="1">
                  <a:solidFill>
                    <a:srgbClr val="17213B"/>
                  </a:solidFill>
                  <a:latin typeface="Pretendard SemiBold"/>
                  <a:ea typeface="Pretendard SemiBold"/>
                  <a:cs typeface="Pretendard SemiBold"/>
                </a:rPr>
                <a:t>검수</a:t>
              </a:r>
              <a:r>
                <a:rPr sz="1300" b="1">
                  <a:solidFill>
                    <a:srgbClr val="17213B"/>
                  </a:solidFill>
                  <a:latin typeface="Pretendard SemiBold"/>
                  <a:ea typeface="Pretendard SemiBold"/>
                  <a:cs typeface="Pretendard SemiBold"/>
                </a:rPr>
                <a:t> (팀 · </a:t>
              </a:r>
              <a:r>
                <a:rPr sz="1300" b="1" err="1">
                  <a:solidFill>
                    <a:srgbClr val="17213B"/>
                  </a:solidFill>
                  <a:latin typeface="Pretendard SemiBold"/>
                  <a:ea typeface="Pretendard SemiBold"/>
                  <a:cs typeface="Pretendard SemiBold"/>
                </a:rPr>
                <a:t>전문가</a:t>
              </a:r>
              <a:r>
                <a:rPr sz="1300" b="1">
                  <a:solidFill>
                    <a:srgbClr val="17213B"/>
                  </a:solidFill>
                  <a:latin typeface="Pretendard SemiBold"/>
                  <a:ea typeface="Pretendard SemiBold"/>
                  <a:cs typeface="Pretendard SemiBold"/>
                </a:rPr>
                <a:t>)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0AE39925-2728-D6E9-3E3E-AC157EA1DA72}"/>
                </a:ext>
              </a:extLst>
            </p:cNvPr>
            <p:cNvSpPr txBox="1"/>
            <p:nvPr/>
          </p:nvSpPr>
          <p:spPr>
            <a:xfrm>
              <a:off x="7172387" y="4927630"/>
              <a:ext cx="4206892" cy="191784"/>
            </a:xfrm>
            <a:prstGeom prst="rect">
              <a:avLst/>
            </a:prstGeom>
            <a:noFill/>
          </p:spPr>
          <p:txBody>
            <a:bodyPr wrap="square" lIns="25400" tIns="12700" rIns="25400" bIns="12700" anchor="t">
              <a:spAutoFit/>
            </a:bodyPr>
            <a:lstStyle/>
            <a:p>
              <a:pPr algn="l">
                <a:lnSpc>
                  <a:spcPct val="105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lang="ko-KR" altLang="en-US" sz="108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가드레일 위반</a:t>
              </a:r>
              <a:r>
                <a:rPr lang="en-US" altLang="ko-KR" sz="108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 </a:t>
              </a:r>
              <a:r>
                <a:rPr lang="ko-KR" altLang="en-US" sz="108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등</a:t>
              </a:r>
              <a:r>
                <a:rPr lang="ko-KR" altLang="en-US" sz="108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을 골든셋 기준으로 최종 확인 </a:t>
              </a:r>
              <a:r>
                <a:rPr lang="en-US" altLang="ko-KR" sz="108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+ </a:t>
              </a:r>
              <a:r>
                <a:rPr lang="ko-KR" altLang="en-US" sz="108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의사</a:t>
              </a:r>
              <a:r>
                <a:rPr lang="en-US" altLang="ko-KR" sz="108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·</a:t>
              </a:r>
              <a:r>
                <a:rPr lang="ko-KR" altLang="en-US" sz="1080" b="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약사 자</a:t>
              </a:r>
              <a:r>
                <a:rPr lang="ko-KR" altLang="en-US" sz="1080">
                  <a:solidFill>
                    <a:srgbClr val="5C667A"/>
                  </a:solidFill>
                  <a:latin typeface="Pretendard"/>
                  <a:ea typeface="Pretendard"/>
                  <a:cs typeface="Pretendard"/>
                </a:rPr>
                <a:t>문</a:t>
              </a:r>
              <a:endParaRPr sz="1080" b="0">
                <a:solidFill>
                  <a:srgbClr val="5C667A"/>
                </a:solidFill>
                <a:latin typeface="Pretendard"/>
                <a:ea typeface="Pretendard"/>
                <a:cs typeface="Pretendard"/>
              </a:endParaRPr>
            </a:p>
          </p:txBody>
        </p:sp>
      </p:grp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6D5110E0-ACE3-CC99-EDFD-A58FC3E0E0C3}"/>
              </a:ext>
            </a:extLst>
          </p:cNvPr>
          <p:cNvSpPr>
            <a:spLocks noGrp="1"/>
          </p:cNvSpPr>
          <p:nvPr/>
        </p:nvSpPr>
        <p:spPr>
          <a:xfrm>
            <a:off x="400050" y="228600"/>
            <a:ext cx="2000250" cy="228600"/>
          </a:xfrm>
          <a:prstGeom prst="rect">
            <a:avLst/>
          </a:prstGeom>
          <a:solidFill>
            <a:srgbClr val="EEF4FF"/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57150" tIns="19050" rIns="57150" bIns="19050" anchor="ctr"/>
          <a:lstStyle/>
          <a:p>
            <a:pPr algn="ctr">
              <a:defRPr sz="1013" b="1">
                <a:solidFill>
                  <a:srgbClr val="2563EB"/>
                </a:solidFill>
                <a:latin typeface="Pretendard"/>
                <a:ea typeface="Pretendard"/>
                <a:cs typeface="Pretendard"/>
              </a:defRPr>
            </a:pPr>
            <a:r>
              <a:rPr sz="1013" b="1">
                <a:solidFill>
                  <a:srgbClr val="2563EB"/>
                </a:solidFill>
                <a:latin typeface="Pretendard"/>
                <a:ea typeface="Pretendard"/>
                <a:cs typeface="Pretendard"/>
              </a:rPr>
              <a:t>평가 프레임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19923FE-8DBC-F9DC-78E7-1E1ACCE94EE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32819945"/>
              </p:ext>
            </p:extLst>
          </p:nvPr>
        </p:nvGraphicFramePr>
        <p:xfrm>
          <a:off x="694972" y="2609850"/>
          <a:ext cx="4854512" cy="32996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951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593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4335">
                <a:tc>
                  <a:txBody>
                    <a:bodyPr/>
                    <a:lstStyle/>
                    <a:p>
                      <a:pPr algn="ctr">
                        <a:lnSpc>
                          <a:spcPct val="103000"/>
                        </a:lnSpc>
                        <a:buNone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구분</a:t>
                      </a:r>
                      <a:endParaRPr sz="1200" b="1">
                        <a:solidFill>
                          <a:srgbClr val="FFFFFF"/>
                        </a:solidFill>
                        <a:latin typeface="Pretendard SemiBold"/>
                        <a:ea typeface="Pretendard SemiBold"/>
                        <a:cs typeface="Pretendard SemiBold"/>
                      </a:endParaRPr>
                    </a:p>
                  </a:txBody>
                  <a:tcPr marL="105793" marR="92569" marT="52896" marB="52896" anchor="ctr">
                    <a:solidFill>
                      <a:srgbClr val="1F5D6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3000"/>
                        </a:lnSpc>
                        <a:buNone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내용</a:t>
                      </a:r>
                      <a:endParaRPr sz="1200" b="1">
                        <a:solidFill>
                          <a:srgbClr val="FFFFFF"/>
                        </a:solidFill>
                        <a:latin typeface="Pretendard SemiBold"/>
                        <a:ea typeface="Pretendard SemiBold"/>
                        <a:cs typeface="Pretendard SemiBold"/>
                      </a:endParaRPr>
                    </a:p>
                  </a:txBody>
                  <a:tcPr marL="105793" marR="92569" marT="52896" marB="52896" anchor="ctr">
                    <a:solidFill>
                      <a:srgbClr val="1F5D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5719">
                <a:tc>
                  <a:txBody>
                    <a:bodyPr/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200" b="1">
                          <a:solidFill>
                            <a:srgbClr val="1F2A44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골든셋 범위</a:t>
                      </a:r>
                    </a:p>
                  </a:txBody>
                  <a:tcPr marL="105793" marR="92569" marT="52896" marB="528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lang="ko-KR" altLang="en-US" sz="1050" b="1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기술 보존</a:t>
                      </a:r>
                      <a:r>
                        <a:rPr lang="en-US" altLang="ko-KR" sz="1050" b="1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·</a:t>
                      </a:r>
                      <a:r>
                        <a:rPr lang="ko-KR" altLang="en-US" sz="1050" b="1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의료 안전</a:t>
                      </a:r>
                      <a:r>
                        <a:rPr lang="en-US" altLang="ko-KR" sz="1050" b="1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·</a:t>
                      </a:r>
                      <a:r>
                        <a:rPr lang="ko-KR" altLang="en-US" sz="1050" b="1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시니어 실효성 문항 동시 포함</a:t>
                      </a:r>
                      <a:endParaRPr lang="ko-KR" altLang="en-US" sz="1050" b="0">
                        <a:solidFill>
                          <a:srgbClr val="1F2A44"/>
                        </a:solidFill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105793" marR="92569" marT="52896" marB="528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2397">
                <a:tc>
                  <a:txBody>
                    <a:bodyPr/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lang="ko-KR" altLang="en-US" sz="1200" b="1">
                          <a:solidFill>
                            <a:srgbClr val="1F2A44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케이스</a:t>
                      </a:r>
                      <a:r>
                        <a:rPr sz="1200" b="1">
                          <a:solidFill>
                            <a:srgbClr val="1F2A44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 구성</a:t>
                      </a:r>
                    </a:p>
                  </a:txBody>
                  <a:tcPr marL="105793" marR="92569" marT="52896" marB="52896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lang="ko-KR" altLang="en-US" sz="1050" b="1">
                          <a:solidFill>
                            <a:srgbClr val="17213B"/>
                          </a:solidFill>
                          <a:latin typeface="Pretendard"/>
                          <a:ea typeface="Pretendard SemiBold"/>
                          <a:cs typeface="Pretendard SemiBold"/>
                        </a:rPr>
                        <a:t>질문셋 · 위험도별 100~150문항</a:t>
                      </a:r>
                    </a:p>
                    <a:p>
                      <a:pPr algn="l">
                        <a:lnSpc>
                          <a:spcPct val="110000"/>
                        </a:lnSpc>
                        <a:spcBef>
                          <a:spcPts val="200"/>
                        </a:spcBef>
                      </a:pPr>
                      <a:r>
                        <a:rPr lang="en-US" altLang="ko-KR" sz="1050">
                          <a:solidFill>
                            <a:srgbClr val="4B5563"/>
                          </a:solidFill>
                          <a:latin typeface="Pretendard"/>
                          <a:ea typeface="Pretendard"/>
                          <a:cs typeface="Pretendard"/>
                        </a:rPr>
                        <a:t>- </a:t>
                      </a:r>
                      <a:r>
                        <a:rPr lang="ko-KR" altLang="en-US" sz="1050">
                          <a:solidFill>
                            <a:srgbClr val="4B5563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응급 · 복약 · 만성질환 · 증상 · 생활 · 진단 </a:t>
                      </a:r>
                      <a:endParaRPr lang="en-US" altLang="ko-KR" sz="1050">
                        <a:solidFill>
                          <a:srgbClr val="4B5563"/>
                        </a:solidFill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algn="l">
                        <a:lnSpc>
                          <a:spcPct val="110000"/>
                        </a:lnSpc>
                        <a:spcBef>
                          <a:spcPts val="200"/>
                        </a:spcBef>
                      </a:pPr>
                      <a:r>
                        <a:rPr lang="en-US" altLang="ko-KR" sz="1050">
                          <a:solidFill>
                            <a:srgbClr val="4B5563"/>
                          </a:solidFill>
                          <a:latin typeface="Pretendard"/>
                          <a:ea typeface="Pretendard"/>
                          <a:cs typeface="Pretendard"/>
                        </a:rPr>
                        <a:t>- </a:t>
                      </a:r>
                      <a:r>
                        <a:rPr lang="ko-KR" altLang="en-US" sz="1050">
                          <a:solidFill>
                            <a:srgbClr val="4B5563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정상</a:t>
                      </a:r>
                      <a:r>
                        <a:rPr lang="en-US" altLang="ko-KR" sz="1050">
                          <a:solidFill>
                            <a:srgbClr val="4B5563"/>
                          </a:solidFill>
                          <a:latin typeface="Pretendard"/>
                          <a:ea typeface="Pretendard"/>
                          <a:cs typeface="Pretendard"/>
                        </a:rPr>
                        <a:t>·</a:t>
                      </a:r>
                      <a:r>
                        <a:rPr lang="ko-KR" altLang="en-US" sz="1050">
                          <a:solidFill>
                            <a:srgbClr val="4B5563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경계</a:t>
                      </a:r>
                      <a:r>
                        <a:rPr lang="en-US" altLang="ko-KR" sz="1050">
                          <a:solidFill>
                            <a:srgbClr val="4B5563"/>
                          </a:solidFill>
                          <a:latin typeface="Pretendard"/>
                          <a:ea typeface="Pretendard"/>
                          <a:cs typeface="Pretendard"/>
                        </a:rPr>
                        <a:t>·</a:t>
                      </a:r>
                      <a:r>
                        <a:rPr lang="ko-KR" altLang="en-US" sz="1050">
                          <a:solidFill>
                            <a:srgbClr val="4B5563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</a:t>
                      </a:r>
                      <a:r>
                        <a:rPr lang="en-US" altLang="ko-KR" sz="1050">
                          <a:solidFill>
                            <a:srgbClr val="4B5563"/>
                          </a:solidFill>
                          <a:latin typeface="Pretendard"/>
                          <a:ea typeface="Pretendard"/>
                          <a:cs typeface="Pretendard"/>
                        </a:rPr>
                        <a:t>·</a:t>
                      </a:r>
                      <a:r>
                        <a:rPr lang="ko-KR" altLang="en-US" sz="1050">
                          <a:solidFill>
                            <a:srgbClr val="4B5563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 부족</a:t>
                      </a:r>
                      <a:r>
                        <a:rPr lang="en-US" altLang="ko-KR" sz="1050">
                          <a:solidFill>
                            <a:srgbClr val="4B5563"/>
                          </a:solidFill>
                          <a:latin typeface="Pretendard"/>
                          <a:ea typeface="Pretendard"/>
                          <a:cs typeface="Pretendard"/>
                        </a:rPr>
                        <a:t>·</a:t>
                      </a:r>
                      <a:r>
                        <a:rPr lang="ko-KR" altLang="en-US" sz="1050">
                          <a:solidFill>
                            <a:srgbClr val="4B5563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모호한 질문을 층화 구성</a:t>
                      </a:r>
                    </a:p>
                  </a:txBody>
                  <a:tcPr marL="105793" marR="92569" marT="52896" marB="52896" anchor="ctr">
                    <a:solidFill>
                      <a:srgbClr val="F1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5719">
                <a:tc>
                  <a:txBody>
                    <a:bodyPr/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200" b="1">
                          <a:solidFill>
                            <a:srgbClr val="1F2A44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기준</a:t>
                      </a:r>
                      <a:r>
                        <a:rPr lang="en-US" sz="1200" b="1">
                          <a:solidFill>
                            <a:srgbClr val="1F2A44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 </a:t>
                      </a:r>
                      <a:r>
                        <a:rPr lang="ko-KR" altLang="en-US" sz="1200" b="1">
                          <a:solidFill>
                            <a:srgbClr val="1F2A44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답안</a:t>
                      </a:r>
                      <a:r>
                        <a:rPr lang="en-US" altLang="ko-KR" sz="1200" b="1">
                          <a:solidFill>
                            <a:srgbClr val="1F2A44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(Include)</a:t>
                      </a:r>
                      <a:endParaRPr sz="1200" b="1">
                        <a:solidFill>
                          <a:srgbClr val="1F2A44"/>
                        </a:solidFill>
                        <a:latin typeface="Pretendard SemiBold"/>
                        <a:ea typeface="Pretendard SemiBold"/>
                        <a:cs typeface="Pretendard SemiBold"/>
                      </a:endParaRPr>
                    </a:p>
                  </a:txBody>
                  <a:tcPr marL="105793" marR="92569" marT="52896" marB="528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lang="ko-KR" altLang="en-US" sz="105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필수 포함 정보</a:t>
                      </a:r>
                      <a:r>
                        <a:rPr lang="en-US" altLang="ko-KR" sz="105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, </a:t>
                      </a:r>
                      <a:r>
                        <a:rPr lang="ko-KR" altLang="en-US" sz="105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권장 행동</a:t>
                      </a:r>
                      <a:r>
                        <a:rPr lang="en-US" altLang="ko-KR" sz="105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, </a:t>
                      </a:r>
                      <a:r>
                        <a:rPr lang="ko-KR" altLang="en-US" sz="105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병원</a:t>
                      </a:r>
                      <a:r>
                        <a:rPr lang="en-US" altLang="ko-KR" sz="105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/119 </a:t>
                      </a:r>
                      <a:r>
                        <a:rPr lang="ko-KR" altLang="en-US" sz="105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 조건 정의</a:t>
                      </a:r>
                      <a:endParaRPr lang="en-US" altLang="ko-KR" sz="1050" b="0">
                        <a:solidFill>
                          <a:srgbClr val="1F2A44"/>
                        </a:solidFill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105793" marR="92569" marT="52896" marB="528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5719">
                <a:tc>
                  <a:txBody>
                    <a:bodyPr/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lang="ko-KR" altLang="en-US" sz="1200" b="1">
                          <a:solidFill>
                            <a:srgbClr val="1F2A44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가드레일</a:t>
                      </a:r>
                      <a:r>
                        <a:rPr lang="en-US" altLang="ko-KR" sz="1200" b="1">
                          <a:solidFill>
                            <a:srgbClr val="1F2A44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(Exclude)</a:t>
                      </a:r>
                      <a:endParaRPr sz="1200" b="1">
                        <a:solidFill>
                          <a:srgbClr val="1F2A44"/>
                        </a:solidFill>
                        <a:latin typeface="Pretendard SemiBold"/>
                        <a:ea typeface="Pretendard SemiBold"/>
                        <a:cs typeface="Pretendard SemiBold"/>
                      </a:endParaRPr>
                    </a:p>
                  </a:txBody>
                  <a:tcPr marL="105793" marR="92569" marT="52896" marB="52896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lang="ko-KR" altLang="en-US" sz="105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진단 단정</a:t>
                      </a:r>
                      <a:r>
                        <a:rPr lang="en-US" altLang="ko-KR" sz="105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, </a:t>
                      </a:r>
                      <a:r>
                        <a:rPr lang="ko-KR" altLang="en-US" sz="105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약 임의 변경</a:t>
                      </a:r>
                      <a:r>
                        <a:rPr lang="en-US" altLang="ko-KR" sz="105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, </a:t>
                      </a:r>
                      <a:r>
                        <a:rPr lang="ko-KR" altLang="en-US" sz="105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응급 지연</a:t>
                      </a:r>
                      <a:r>
                        <a:rPr lang="en-US" altLang="ko-KR" sz="105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/</a:t>
                      </a:r>
                      <a:r>
                        <a:rPr lang="ko-KR" altLang="en-US" sz="105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누락</a:t>
                      </a:r>
                      <a:r>
                        <a:rPr lang="en-US" altLang="ko-KR" sz="105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, </a:t>
                      </a:r>
                      <a:r>
                        <a:rPr lang="ko-KR" altLang="en-US" sz="105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과도한 안심 표현</a:t>
                      </a:r>
                      <a:endParaRPr sz="1050" b="0">
                        <a:solidFill>
                          <a:srgbClr val="1F2A44"/>
                        </a:solidFill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105793" marR="92569" marT="52896" marB="52896" anchor="ctr">
                    <a:solidFill>
                      <a:srgbClr val="F1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5719">
                <a:tc>
                  <a:txBody>
                    <a:bodyPr/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200" b="1">
                          <a:solidFill>
                            <a:srgbClr val="1F2A44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톤앤매너</a:t>
                      </a:r>
                    </a:p>
                  </a:txBody>
                  <a:tcPr marL="105793" marR="92569" marT="52896" marB="528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lang="ko-KR" altLang="en-US" sz="1050" b="1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쉬운 말</a:t>
                      </a:r>
                      <a:r>
                        <a:rPr lang="en-US" altLang="ko-KR" sz="105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(</a:t>
                      </a:r>
                      <a:r>
                        <a:rPr lang="ko-KR" altLang="en-US" sz="105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의학용어 풀이</a:t>
                      </a:r>
                      <a:r>
                        <a:rPr lang="en-US" altLang="ko-KR" sz="105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) </a:t>
                      </a:r>
                      <a:r>
                        <a:rPr lang="en-US" altLang="ko-KR" sz="1050" b="1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· 3</a:t>
                      </a:r>
                      <a:r>
                        <a:rPr lang="ko-KR" altLang="en-US" sz="1050" b="1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줄 핵심</a:t>
                      </a:r>
                      <a:r>
                        <a:rPr lang="en-US" altLang="ko-KR" sz="105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(</a:t>
                      </a:r>
                      <a:r>
                        <a:rPr lang="ko-KR" altLang="en-US" sz="105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결론</a:t>
                      </a:r>
                      <a:r>
                        <a:rPr lang="en-US" altLang="ko-KR" sz="105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·</a:t>
                      </a:r>
                      <a:r>
                        <a:rPr lang="ko-KR" altLang="en-US" sz="105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할 일</a:t>
                      </a:r>
                      <a:r>
                        <a:rPr lang="en-US" altLang="ko-KR" sz="105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·</a:t>
                      </a:r>
                      <a:r>
                        <a:rPr lang="ko-KR" altLang="en-US" sz="105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병원 조건</a:t>
                      </a:r>
                      <a:r>
                        <a:rPr lang="en-US" altLang="ko-KR" sz="1050" b="0">
                          <a:solidFill>
                            <a:srgbClr val="1F2A44"/>
                          </a:solidFill>
                          <a:latin typeface="Pretendard"/>
                          <a:ea typeface="Pretendard"/>
                          <a:cs typeface="Pretendard"/>
                        </a:rPr>
                        <a:t>)</a:t>
                      </a:r>
                      <a:endParaRPr sz="1050" b="0">
                        <a:solidFill>
                          <a:srgbClr val="1F2A44"/>
                        </a:solidFill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105793" marR="92569" marT="52896" marB="528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781876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4645c25c-9775-4d77-a736-700fab766116}" enabled="0" method="" siteId="{4645c25c-9775-4d77-a736-700fab766116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121</TotalTime>
  <Words>486</Words>
  <Application>Microsoft Office PowerPoint</Application>
  <DocSecurity>0</DocSecurity>
  <PresentationFormat>와이드스크린</PresentationFormat>
  <Paragraphs>90</Paragraphs>
  <Slides>2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6" baseType="lpstr">
      <vt:lpstr>Pretendard</vt:lpstr>
      <vt:lpstr>Pretendard SemiBold</vt:lpstr>
      <vt:lpstr>Calibri</vt:lpstr>
      <vt:lpstr>ChatGPT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지혜 윤</cp:lastModifiedBy>
  <cp:revision>37</cp:revision>
  <dcterms:created xsi:type="dcterms:W3CDTF">2026-06-04T12:34:11Z</dcterms:created>
  <dcterms:modified xsi:type="dcterms:W3CDTF">2026-06-06T01:06:55Z</dcterms:modified>
</cp:coreProperties>
</file>