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54" userDrawn="1">
          <p15:clr>
            <a:srgbClr val="A4A3A4"/>
          </p15:clr>
        </p15:guide>
        <p15:guide id="2" orient="horz" pos="22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5A48ED-60AD-4D8C-A415-F81BB30A3C07}" v="4" dt="2026-06-03T08:03:04.8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660" y="416"/>
      </p:cViewPr>
      <p:guideLst>
        <p:guide orient="horz" pos="2754"/>
        <p:guide orient="horz" pos="220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Jung" userId="bf51f4929f8c5da5" providerId="LiveId" clId="{AD5579D5-5666-407A-8857-8FE230D843B5}"/>
    <pc:docChg chg="undo redo custSel modSld">
      <pc:chgData name="Ryan Jung" userId="bf51f4929f8c5da5" providerId="LiveId" clId="{AD5579D5-5666-407A-8857-8FE230D843B5}" dt="2026-06-03T08:03:09.262" v="75" actId="20577"/>
      <pc:docMkLst>
        <pc:docMk/>
      </pc:docMkLst>
      <pc:sldChg chg="modSp mod">
        <pc:chgData name="Ryan Jung" userId="bf51f4929f8c5da5" providerId="LiveId" clId="{AD5579D5-5666-407A-8857-8FE230D843B5}" dt="2026-06-03T07:59:30.091" v="71" actId="1076"/>
        <pc:sldMkLst>
          <pc:docMk/>
          <pc:sldMk cId="0" sldId="256"/>
        </pc:sldMkLst>
        <pc:spChg chg="mod">
          <ac:chgData name="Ryan Jung" userId="bf51f4929f8c5da5" providerId="LiveId" clId="{AD5579D5-5666-407A-8857-8FE230D843B5}" dt="2026-06-03T07:55:39.306" v="16" actId="14100"/>
          <ac:spMkLst>
            <pc:docMk/>
            <pc:sldMk cId="0" sldId="256"/>
            <ac:spMk id="8" creationId="{00000000-0000-0000-0000-000000000000}"/>
          </ac:spMkLst>
        </pc:spChg>
        <pc:spChg chg="mod">
          <ac:chgData name="Ryan Jung" userId="bf51f4929f8c5da5" providerId="LiveId" clId="{AD5579D5-5666-407A-8857-8FE230D843B5}" dt="2026-06-03T07:55:42.059" v="17" actId="14100"/>
          <ac:spMkLst>
            <pc:docMk/>
            <pc:sldMk cId="0" sldId="256"/>
            <ac:spMk id="13" creationId="{00000000-0000-0000-0000-000000000000}"/>
          </ac:spMkLst>
        </pc:spChg>
        <pc:spChg chg="mod">
          <ac:chgData name="Ryan Jung" userId="bf51f4929f8c5da5" providerId="LiveId" clId="{AD5579D5-5666-407A-8857-8FE230D843B5}" dt="2026-06-03T07:55:46.043" v="18" actId="14100"/>
          <ac:spMkLst>
            <pc:docMk/>
            <pc:sldMk cId="0" sldId="256"/>
            <ac:spMk id="19" creationId="{00000000-0000-0000-0000-000000000000}"/>
          </ac:spMkLst>
        </pc:spChg>
        <pc:spChg chg="mod">
          <ac:chgData name="Ryan Jung" userId="bf51f4929f8c5da5" providerId="LiveId" clId="{AD5579D5-5666-407A-8857-8FE230D843B5}" dt="2026-06-03T07:59:30.091" v="71" actId="1076"/>
          <ac:spMkLst>
            <pc:docMk/>
            <pc:sldMk cId="0" sldId="256"/>
            <ac:spMk id="24" creationId="{00000000-0000-0000-0000-000000000000}"/>
          </ac:spMkLst>
        </pc:spChg>
        <pc:spChg chg="mod">
          <ac:chgData name="Ryan Jung" userId="bf51f4929f8c5da5" providerId="LiveId" clId="{AD5579D5-5666-407A-8857-8FE230D843B5}" dt="2026-06-03T07:59:30.091" v="71" actId="1076"/>
          <ac:spMkLst>
            <pc:docMk/>
            <pc:sldMk cId="0" sldId="256"/>
            <ac:spMk id="25" creationId="{00000000-0000-0000-0000-000000000000}"/>
          </ac:spMkLst>
        </pc:spChg>
        <pc:spChg chg="mod">
          <ac:chgData name="Ryan Jung" userId="bf51f4929f8c5da5" providerId="LiveId" clId="{AD5579D5-5666-407A-8857-8FE230D843B5}" dt="2026-06-03T07:55:02.544" v="8" actId="1076"/>
          <ac:spMkLst>
            <pc:docMk/>
            <pc:sldMk cId="0" sldId="256"/>
            <ac:spMk id="26" creationId="{00000000-0000-0000-0000-000000000000}"/>
          </ac:spMkLst>
        </pc:spChg>
        <pc:spChg chg="mod">
          <ac:chgData name="Ryan Jung" userId="bf51f4929f8c5da5" providerId="LiveId" clId="{AD5579D5-5666-407A-8857-8FE230D843B5}" dt="2026-06-03T07:55:02.544" v="8" actId="1076"/>
          <ac:spMkLst>
            <pc:docMk/>
            <pc:sldMk cId="0" sldId="256"/>
            <ac:spMk id="27" creationId="{00000000-0000-0000-0000-000000000000}"/>
          </ac:spMkLst>
        </pc:spChg>
        <pc:spChg chg="mod">
          <ac:chgData name="Ryan Jung" userId="bf51f4929f8c5da5" providerId="LiveId" clId="{AD5579D5-5666-407A-8857-8FE230D843B5}" dt="2026-06-03T07:55:02.544" v="8" actId="1076"/>
          <ac:spMkLst>
            <pc:docMk/>
            <pc:sldMk cId="0" sldId="256"/>
            <ac:spMk id="28" creationId="{00000000-0000-0000-0000-000000000000}"/>
          </ac:spMkLst>
        </pc:spChg>
        <pc:spChg chg="mod">
          <ac:chgData name="Ryan Jung" userId="bf51f4929f8c5da5" providerId="LiveId" clId="{AD5579D5-5666-407A-8857-8FE230D843B5}" dt="2026-06-03T07:55:02.544" v="8" actId="1076"/>
          <ac:spMkLst>
            <pc:docMk/>
            <pc:sldMk cId="0" sldId="256"/>
            <ac:spMk id="29" creationId="{00000000-0000-0000-0000-000000000000}"/>
          </ac:spMkLst>
        </pc:spChg>
        <pc:spChg chg="mod">
          <ac:chgData name="Ryan Jung" userId="bf51f4929f8c5da5" providerId="LiveId" clId="{AD5579D5-5666-407A-8857-8FE230D843B5}" dt="2026-06-03T07:55:02.544" v="8" actId="1076"/>
          <ac:spMkLst>
            <pc:docMk/>
            <pc:sldMk cId="0" sldId="256"/>
            <ac:spMk id="30" creationId="{00000000-0000-0000-0000-000000000000}"/>
          </ac:spMkLst>
        </pc:spChg>
        <pc:spChg chg="mod">
          <ac:chgData name="Ryan Jung" userId="bf51f4929f8c5da5" providerId="LiveId" clId="{AD5579D5-5666-407A-8857-8FE230D843B5}" dt="2026-06-03T07:55:02.544" v="8" actId="1076"/>
          <ac:spMkLst>
            <pc:docMk/>
            <pc:sldMk cId="0" sldId="256"/>
            <ac:spMk id="31" creationId="{00000000-0000-0000-0000-000000000000}"/>
          </ac:spMkLst>
        </pc:spChg>
        <pc:spChg chg="mod">
          <ac:chgData name="Ryan Jung" userId="bf51f4929f8c5da5" providerId="LiveId" clId="{AD5579D5-5666-407A-8857-8FE230D843B5}" dt="2026-06-03T07:55:02.544" v="8" actId="1076"/>
          <ac:spMkLst>
            <pc:docMk/>
            <pc:sldMk cId="0" sldId="256"/>
            <ac:spMk id="32" creationId="{00000000-0000-0000-0000-000000000000}"/>
          </ac:spMkLst>
        </pc:spChg>
        <pc:spChg chg="mod">
          <ac:chgData name="Ryan Jung" userId="bf51f4929f8c5da5" providerId="LiveId" clId="{AD5579D5-5666-407A-8857-8FE230D843B5}" dt="2026-06-03T07:55:02.544" v="8" actId="1076"/>
          <ac:spMkLst>
            <pc:docMk/>
            <pc:sldMk cId="0" sldId="256"/>
            <ac:spMk id="33" creationId="{00000000-0000-0000-0000-000000000000}"/>
          </ac:spMkLst>
        </pc:spChg>
        <pc:spChg chg="mod">
          <ac:chgData name="Ryan Jung" userId="bf51f4929f8c5da5" providerId="LiveId" clId="{AD5579D5-5666-407A-8857-8FE230D843B5}" dt="2026-06-03T07:55:02.544" v="8" actId="1076"/>
          <ac:spMkLst>
            <pc:docMk/>
            <pc:sldMk cId="0" sldId="256"/>
            <ac:spMk id="34" creationId="{00000000-0000-0000-0000-000000000000}"/>
          </ac:spMkLst>
        </pc:spChg>
        <pc:spChg chg="mod">
          <ac:chgData name="Ryan Jung" userId="bf51f4929f8c5da5" providerId="LiveId" clId="{AD5579D5-5666-407A-8857-8FE230D843B5}" dt="2026-06-03T07:55:19.605" v="12" actId="1076"/>
          <ac:spMkLst>
            <pc:docMk/>
            <pc:sldMk cId="0" sldId="256"/>
            <ac:spMk id="35" creationId="{00000000-0000-0000-0000-000000000000}"/>
          </ac:spMkLst>
        </pc:spChg>
        <pc:spChg chg="mod">
          <ac:chgData name="Ryan Jung" userId="bf51f4929f8c5da5" providerId="LiveId" clId="{AD5579D5-5666-407A-8857-8FE230D843B5}" dt="2026-06-03T07:55:19.605" v="12" actId="1076"/>
          <ac:spMkLst>
            <pc:docMk/>
            <pc:sldMk cId="0" sldId="256"/>
            <ac:spMk id="36" creationId="{00000000-0000-0000-0000-000000000000}"/>
          </ac:spMkLst>
        </pc:spChg>
        <pc:spChg chg="mod">
          <ac:chgData name="Ryan Jung" userId="bf51f4929f8c5da5" providerId="LiveId" clId="{AD5579D5-5666-407A-8857-8FE230D843B5}" dt="2026-06-03T07:55:19.605" v="12" actId="1076"/>
          <ac:spMkLst>
            <pc:docMk/>
            <pc:sldMk cId="0" sldId="256"/>
            <ac:spMk id="37" creationId="{00000000-0000-0000-0000-000000000000}"/>
          </ac:spMkLst>
        </pc:spChg>
        <pc:spChg chg="mod">
          <ac:chgData name="Ryan Jung" userId="bf51f4929f8c5da5" providerId="LiveId" clId="{AD5579D5-5666-407A-8857-8FE230D843B5}" dt="2026-06-03T07:55:19.605" v="12" actId="1076"/>
          <ac:spMkLst>
            <pc:docMk/>
            <pc:sldMk cId="0" sldId="256"/>
            <ac:spMk id="38" creationId="{00000000-0000-0000-0000-000000000000}"/>
          </ac:spMkLst>
        </pc:spChg>
        <pc:spChg chg="mod">
          <ac:chgData name="Ryan Jung" userId="bf51f4929f8c5da5" providerId="LiveId" clId="{AD5579D5-5666-407A-8857-8FE230D843B5}" dt="2026-06-03T07:55:19.605" v="12" actId="1076"/>
          <ac:spMkLst>
            <pc:docMk/>
            <pc:sldMk cId="0" sldId="256"/>
            <ac:spMk id="39" creationId="{00000000-0000-0000-0000-000000000000}"/>
          </ac:spMkLst>
        </pc:spChg>
        <pc:spChg chg="mod">
          <ac:chgData name="Ryan Jung" userId="bf51f4929f8c5da5" providerId="LiveId" clId="{AD5579D5-5666-407A-8857-8FE230D843B5}" dt="2026-06-03T07:55:19.605" v="12" actId="1076"/>
          <ac:spMkLst>
            <pc:docMk/>
            <pc:sldMk cId="0" sldId="256"/>
            <ac:spMk id="40" creationId="{00000000-0000-0000-0000-000000000000}"/>
          </ac:spMkLst>
        </pc:spChg>
        <pc:spChg chg="mod">
          <ac:chgData name="Ryan Jung" userId="bf51f4929f8c5da5" providerId="LiveId" clId="{AD5579D5-5666-407A-8857-8FE230D843B5}" dt="2026-06-03T07:55:19.605" v="12" actId="1076"/>
          <ac:spMkLst>
            <pc:docMk/>
            <pc:sldMk cId="0" sldId="256"/>
            <ac:spMk id="41" creationId="{00000000-0000-0000-0000-000000000000}"/>
          </ac:spMkLst>
        </pc:spChg>
        <pc:spChg chg="mod">
          <ac:chgData name="Ryan Jung" userId="bf51f4929f8c5da5" providerId="LiveId" clId="{AD5579D5-5666-407A-8857-8FE230D843B5}" dt="2026-06-03T07:55:19.605" v="12" actId="1076"/>
          <ac:spMkLst>
            <pc:docMk/>
            <pc:sldMk cId="0" sldId="256"/>
            <ac:spMk id="42" creationId="{00000000-0000-0000-0000-000000000000}"/>
          </ac:spMkLst>
        </pc:spChg>
        <pc:spChg chg="mod">
          <ac:chgData name="Ryan Jung" userId="bf51f4929f8c5da5" providerId="LiveId" clId="{AD5579D5-5666-407A-8857-8FE230D843B5}" dt="2026-06-03T07:55:19.605" v="12" actId="1076"/>
          <ac:spMkLst>
            <pc:docMk/>
            <pc:sldMk cId="0" sldId="256"/>
            <ac:spMk id="43" creationId="{00000000-0000-0000-0000-000000000000}"/>
          </ac:spMkLst>
        </pc:spChg>
      </pc:sldChg>
      <pc:sldChg chg="modSp mod">
        <pc:chgData name="Ryan Jung" userId="bf51f4929f8c5da5" providerId="LiveId" clId="{AD5579D5-5666-407A-8857-8FE230D843B5}" dt="2026-06-03T08:03:09.262" v="75" actId="20577"/>
        <pc:sldMkLst>
          <pc:docMk/>
          <pc:sldMk cId="0" sldId="257"/>
        </pc:sldMkLst>
        <pc:spChg chg="mod">
          <ac:chgData name="Ryan Jung" userId="bf51f4929f8c5da5" providerId="LiveId" clId="{AD5579D5-5666-407A-8857-8FE230D843B5}" dt="2026-06-03T08:03:09.262" v="75" actId="20577"/>
          <ac:spMkLst>
            <pc:docMk/>
            <pc:sldMk cId="0" sldId="257"/>
            <ac:spMk id="48" creationId="{00000000-0000-0000-0000-000000000000}"/>
          </ac:spMkLst>
        </pc:spChg>
      </pc:sldChg>
      <pc:sldChg chg="modSp mod">
        <pc:chgData name="Ryan Jung" userId="bf51f4929f8c5da5" providerId="LiveId" clId="{AD5579D5-5666-407A-8857-8FE230D843B5}" dt="2026-06-03T07:59:20.384" v="68" actId="1076"/>
        <pc:sldMkLst>
          <pc:docMk/>
          <pc:sldMk cId="0" sldId="258"/>
        </pc:sldMkLst>
        <pc:spChg chg="mod">
          <ac:chgData name="Ryan Jung" userId="bf51f4929f8c5da5" providerId="LiveId" clId="{AD5579D5-5666-407A-8857-8FE230D843B5}" dt="2026-06-03T07:56:45.631" v="41" actId="14100"/>
          <ac:spMkLst>
            <pc:docMk/>
            <pc:sldMk cId="0" sldId="258"/>
            <ac:spMk id="8" creationId="{00000000-0000-0000-0000-000000000000}"/>
          </ac:spMkLst>
        </pc:spChg>
        <pc:spChg chg="mod">
          <ac:chgData name="Ryan Jung" userId="bf51f4929f8c5da5" providerId="LiveId" clId="{AD5579D5-5666-407A-8857-8FE230D843B5}" dt="2026-06-03T07:57:03.087" v="44" actId="14100"/>
          <ac:spMkLst>
            <pc:docMk/>
            <pc:sldMk cId="0" sldId="258"/>
            <ac:spMk id="13" creationId="{00000000-0000-0000-0000-000000000000}"/>
          </ac:spMkLst>
        </pc:spChg>
        <pc:spChg chg="mod">
          <ac:chgData name="Ryan Jung" userId="bf51f4929f8c5da5" providerId="LiveId" clId="{AD5579D5-5666-407A-8857-8FE230D843B5}" dt="2026-06-03T07:57:06.531" v="45" actId="14100"/>
          <ac:spMkLst>
            <pc:docMk/>
            <pc:sldMk cId="0" sldId="258"/>
            <ac:spMk id="19" creationId="{00000000-0000-0000-0000-000000000000}"/>
          </ac:spMkLst>
        </pc:spChg>
        <pc:spChg chg="mod">
          <ac:chgData name="Ryan Jung" userId="bf51f4929f8c5da5" providerId="LiveId" clId="{AD5579D5-5666-407A-8857-8FE230D843B5}" dt="2026-06-03T07:59:20.384" v="68" actId="107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Ryan Jung" userId="bf51f4929f8c5da5" providerId="LiveId" clId="{AD5579D5-5666-407A-8857-8FE230D843B5}" dt="2026-06-03T07:59:20.384" v="68" actId="1076"/>
          <ac:spMkLst>
            <pc:docMk/>
            <pc:sldMk cId="0" sldId="258"/>
            <ac:spMk id="25" creationId="{00000000-0000-0000-0000-000000000000}"/>
          </ac:spMkLst>
        </pc:spChg>
        <pc:spChg chg="mod">
          <ac:chgData name="Ryan Jung" userId="bf51f4929f8c5da5" providerId="LiveId" clId="{AD5579D5-5666-407A-8857-8FE230D843B5}" dt="2026-06-03T07:58:46.305" v="65" actId="1076"/>
          <ac:spMkLst>
            <pc:docMk/>
            <pc:sldMk cId="0" sldId="258"/>
            <ac:spMk id="26" creationId="{00000000-0000-0000-0000-000000000000}"/>
          </ac:spMkLst>
        </pc:spChg>
        <pc:spChg chg="mod">
          <ac:chgData name="Ryan Jung" userId="bf51f4929f8c5da5" providerId="LiveId" clId="{AD5579D5-5666-407A-8857-8FE230D843B5}" dt="2026-06-03T07:58:46.305" v="65" actId="1076"/>
          <ac:spMkLst>
            <pc:docMk/>
            <pc:sldMk cId="0" sldId="258"/>
            <ac:spMk id="27" creationId="{00000000-0000-0000-0000-000000000000}"/>
          </ac:spMkLst>
        </pc:spChg>
        <pc:spChg chg="mod">
          <ac:chgData name="Ryan Jung" userId="bf51f4929f8c5da5" providerId="LiveId" clId="{AD5579D5-5666-407A-8857-8FE230D843B5}" dt="2026-06-03T07:58:46.305" v="65" actId="1076"/>
          <ac:spMkLst>
            <pc:docMk/>
            <pc:sldMk cId="0" sldId="258"/>
            <ac:spMk id="28" creationId="{00000000-0000-0000-0000-000000000000}"/>
          </ac:spMkLst>
        </pc:spChg>
        <pc:spChg chg="mod">
          <ac:chgData name="Ryan Jung" userId="bf51f4929f8c5da5" providerId="LiveId" clId="{AD5579D5-5666-407A-8857-8FE230D843B5}" dt="2026-06-03T07:58:46.305" v="65" actId="1076"/>
          <ac:spMkLst>
            <pc:docMk/>
            <pc:sldMk cId="0" sldId="258"/>
            <ac:spMk id="29" creationId="{00000000-0000-0000-0000-000000000000}"/>
          </ac:spMkLst>
        </pc:spChg>
        <pc:spChg chg="mod">
          <ac:chgData name="Ryan Jung" userId="bf51f4929f8c5da5" providerId="LiveId" clId="{AD5579D5-5666-407A-8857-8FE230D843B5}" dt="2026-06-03T07:58:46.305" v="65" actId="1076"/>
          <ac:spMkLst>
            <pc:docMk/>
            <pc:sldMk cId="0" sldId="258"/>
            <ac:spMk id="30" creationId="{00000000-0000-0000-0000-000000000000}"/>
          </ac:spMkLst>
        </pc:spChg>
        <pc:spChg chg="mod">
          <ac:chgData name="Ryan Jung" userId="bf51f4929f8c5da5" providerId="LiveId" clId="{AD5579D5-5666-407A-8857-8FE230D843B5}" dt="2026-06-03T07:58:46.305" v="65" actId="1076"/>
          <ac:spMkLst>
            <pc:docMk/>
            <pc:sldMk cId="0" sldId="258"/>
            <ac:spMk id="31" creationId="{00000000-0000-0000-0000-000000000000}"/>
          </ac:spMkLst>
        </pc:spChg>
        <pc:spChg chg="mod">
          <ac:chgData name="Ryan Jung" userId="bf51f4929f8c5da5" providerId="LiveId" clId="{AD5579D5-5666-407A-8857-8FE230D843B5}" dt="2026-06-03T07:58:46.305" v="65" actId="1076"/>
          <ac:spMkLst>
            <pc:docMk/>
            <pc:sldMk cId="0" sldId="258"/>
            <ac:spMk id="32" creationId="{00000000-0000-0000-0000-000000000000}"/>
          </ac:spMkLst>
        </pc:spChg>
        <pc:spChg chg="mod">
          <ac:chgData name="Ryan Jung" userId="bf51f4929f8c5da5" providerId="LiveId" clId="{AD5579D5-5666-407A-8857-8FE230D843B5}" dt="2026-06-03T07:58:46.305" v="65" actId="1076"/>
          <ac:spMkLst>
            <pc:docMk/>
            <pc:sldMk cId="0" sldId="258"/>
            <ac:spMk id="33" creationId="{00000000-0000-0000-0000-000000000000}"/>
          </ac:spMkLst>
        </pc:spChg>
        <pc:spChg chg="mod">
          <ac:chgData name="Ryan Jung" userId="bf51f4929f8c5da5" providerId="LiveId" clId="{AD5579D5-5666-407A-8857-8FE230D843B5}" dt="2026-06-03T07:58:46.305" v="65" actId="1076"/>
          <ac:spMkLst>
            <pc:docMk/>
            <pc:sldMk cId="0" sldId="258"/>
            <ac:spMk id="34" creationId="{00000000-0000-0000-0000-000000000000}"/>
          </ac:spMkLst>
        </pc:spChg>
        <pc:spChg chg="mod">
          <ac:chgData name="Ryan Jung" userId="bf51f4929f8c5da5" providerId="LiveId" clId="{AD5579D5-5666-407A-8857-8FE230D843B5}" dt="2026-06-03T07:59:11.744" v="67" actId="14100"/>
          <ac:spMkLst>
            <pc:docMk/>
            <pc:sldMk cId="0" sldId="258"/>
            <ac:spMk id="35" creationId="{00000000-0000-0000-0000-000000000000}"/>
          </ac:spMkLst>
        </pc:spChg>
        <pc:spChg chg="mod">
          <ac:chgData name="Ryan Jung" userId="bf51f4929f8c5da5" providerId="LiveId" clId="{AD5579D5-5666-407A-8857-8FE230D843B5}" dt="2026-06-03T07:58:57.038" v="66" actId="1076"/>
          <ac:spMkLst>
            <pc:docMk/>
            <pc:sldMk cId="0" sldId="258"/>
            <ac:spMk id="36" creationId="{00000000-0000-0000-0000-000000000000}"/>
          </ac:spMkLst>
        </pc:spChg>
        <pc:spChg chg="mod">
          <ac:chgData name="Ryan Jung" userId="bf51f4929f8c5da5" providerId="LiveId" clId="{AD5579D5-5666-407A-8857-8FE230D843B5}" dt="2026-06-03T07:58:57.038" v="66" actId="1076"/>
          <ac:spMkLst>
            <pc:docMk/>
            <pc:sldMk cId="0" sldId="258"/>
            <ac:spMk id="37" creationId="{00000000-0000-0000-0000-000000000000}"/>
          </ac:spMkLst>
        </pc:spChg>
        <pc:spChg chg="mod">
          <ac:chgData name="Ryan Jung" userId="bf51f4929f8c5da5" providerId="LiveId" clId="{AD5579D5-5666-407A-8857-8FE230D843B5}" dt="2026-06-03T07:58:57.038" v="66" actId="1076"/>
          <ac:spMkLst>
            <pc:docMk/>
            <pc:sldMk cId="0" sldId="258"/>
            <ac:spMk id="38" creationId="{00000000-0000-0000-0000-000000000000}"/>
          </ac:spMkLst>
        </pc:spChg>
        <pc:spChg chg="mod">
          <ac:chgData name="Ryan Jung" userId="bf51f4929f8c5da5" providerId="LiveId" clId="{AD5579D5-5666-407A-8857-8FE230D843B5}" dt="2026-06-03T07:58:57.038" v="66" actId="1076"/>
          <ac:spMkLst>
            <pc:docMk/>
            <pc:sldMk cId="0" sldId="258"/>
            <ac:spMk id="39" creationId="{00000000-0000-0000-0000-000000000000}"/>
          </ac:spMkLst>
        </pc:spChg>
        <pc:spChg chg="mod">
          <ac:chgData name="Ryan Jung" userId="bf51f4929f8c5da5" providerId="LiveId" clId="{AD5579D5-5666-407A-8857-8FE230D843B5}" dt="2026-06-03T07:58:57.038" v="66" actId="1076"/>
          <ac:spMkLst>
            <pc:docMk/>
            <pc:sldMk cId="0" sldId="258"/>
            <ac:spMk id="40" creationId="{00000000-0000-0000-0000-000000000000}"/>
          </ac:spMkLst>
        </pc:spChg>
        <pc:spChg chg="mod">
          <ac:chgData name="Ryan Jung" userId="bf51f4929f8c5da5" providerId="LiveId" clId="{AD5579D5-5666-407A-8857-8FE230D843B5}" dt="2026-06-03T07:58:57.038" v="66" actId="1076"/>
          <ac:spMkLst>
            <pc:docMk/>
            <pc:sldMk cId="0" sldId="258"/>
            <ac:spMk id="41" creationId="{00000000-0000-0000-0000-000000000000}"/>
          </ac:spMkLst>
        </pc:spChg>
        <pc:spChg chg="mod">
          <ac:chgData name="Ryan Jung" userId="bf51f4929f8c5da5" providerId="LiveId" clId="{AD5579D5-5666-407A-8857-8FE230D843B5}" dt="2026-06-03T07:58:57.038" v="66" actId="1076"/>
          <ac:spMkLst>
            <pc:docMk/>
            <pc:sldMk cId="0" sldId="258"/>
            <ac:spMk id="42" creationId="{00000000-0000-0000-0000-000000000000}"/>
          </ac:spMkLst>
        </pc:spChg>
        <pc:spChg chg="mod">
          <ac:chgData name="Ryan Jung" userId="bf51f4929f8c5da5" providerId="LiveId" clId="{AD5579D5-5666-407A-8857-8FE230D843B5}" dt="2026-06-03T07:58:57.038" v="66" actId="1076"/>
          <ac:spMkLst>
            <pc:docMk/>
            <pc:sldMk cId="0" sldId="258"/>
            <ac:spMk id="43" creationId="{00000000-0000-0000-0000-000000000000}"/>
          </ac:spMkLst>
        </pc:spChg>
        <pc:spChg chg="mod">
          <ac:chgData name="Ryan Jung" userId="bf51f4929f8c5da5" providerId="LiveId" clId="{AD5579D5-5666-407A-8857-8FE230D843B5}" dt="2026-06-03T07:56:13.138" v="39" actId="20577"/>
          <ac:spMkLst>
            <pc:docMk/>
            <pc:sldMk cId="0" sldId="258"/>
            <ac:spMk id="4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023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7213B"/>
          </a:solidFill>
          <a:ln w="12700">
            <a:solidFill>
              <a:srgbClr val="1721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394192" y="49377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56032" y="118872"/>
            <a:ext cx="1828800" cy="210312"/>
          </a:xfrm>
          <a:prstGeom prst="rect">
            <a:avLst/>
          </a:prstGeom>
          <a:solidFill>
            <a:srgbClr val="EBF2FC"/>
          </a:solidFill>
          <a:ln w="12700">
            <a:solidFill>
              <a:srgbClr val="2E6F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56032" y="118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이론적 배경  01 / 03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56032" y="356616"/>
            <a:ext cx="8686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 증류(KD) — 개념과 원리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8686800" cy="0"/>
          </a:xfrm>
          <a:prstGeom prst="line">
            <a:avLst/>
          </a:prstGeom>
          <a:noFill/>
          <a:ln w="12700">
            <a:solidFill>
              <a:srgbClr val="2E6F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56032" y="1097279"/>
            <a:ext cx="2810256" cy="937257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47472" y="1170432"/>
            <a:ext cx="2663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r>
              <a:rPr lang="en-US" sz="1400" b="1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    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" y="1426464"/>
            <a:ext cx="2663952" cy="173736"/>
          </a:xfrm>
          <a:prstGeom prst="rect">
            <a:avLst/>
          </a:prstGeom>
          <a:solidFill>
            <a:srgbClr val="EBF2FC"/>
          </a:solidFill>
          <a:ln w="12700">
            <a:solidFill>
              <a:srgbClr val="2E6F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47472" y="1426464"/>
            <a:ext cx="26639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Hinton et al. (2015)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472" y="1618488"/>
            <a:ext cx="2663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신경망 지식 증류의 이론적 기반 제안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소형 모델이 대형 앙상블 성능 재현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94304" y="1097279"/>
            <a:ext cx="2810256" cy="937255"/>
          </a:xfrm>
          <a:prstGeom prst="rect">
            <a:avLst/>
          </a:prstGeom>
          <a:solidFill>
            <a:srgbClr val="E8F5EE"/>
          </a:solidFill>
          <a:ln w="12700">
            <a:solidFill>
              <a:srgbClr val="1B7A43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194304" y="1097280"/>
            <a:ext cx="64008" cy="822960"/>
          </a:xfrm>
          <a:prstGeom prst="rect">
            <a:avLst/>
          </a:prstGeom>
          <a:solidFill>
            <a:srgbClr val="1B7A43"/>
          </a:solidFill>
          <a:ln w="12700">
            <a:solidFill>
              <a:srgbClr val="1B7A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322320" y="1170432"/>
            <a:ext cx="2627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r>
              <a:rPr lang="en-US" sz="1400" b="1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원리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22320" y="1426464"/>
            <a:ext cx="2627376" cy="173736"/>
          </a:xfrm>
          <a:prstGeom prst="rect">
            <a:avLst/>
          </a:prstGeom>
          <a:solidFill>
            <a:srgbClr val="EBF2FC"/>
          </a:solidFill>
          <a:ln w="12700">
            <a:solidFill>
              <a:srgbClr val="2E6F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322320" y="1426464"/>
            <a:ext cx="26273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Targets + Temperature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22320" y="1618488"/>
            <a:ext cx="2627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출력 분포를 Student가 모방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Knowledge가 담긴 확률 분포 활용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32576" y="1097280"/>
            <a:ext cx="2810256" cy="937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224016" y="1170432"/>
            <a:ext cx="2663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r>
              <a:rPr lang="en-US" sz="1400" b="1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효과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24016" y="1426464"/>
            <a:ext cx="2663952" cy="173736"/>
          </a:xfrm>
          <a:prstGeom prst="rect">
            <a:avLst/>
          </a:prstGeom>
          <a:solidFill>
            <a:srgbClr val="EBF2FC"/>
          </a:solidFill>
          <a:ln w="12700">
            <a:solidFill>
              <a:srgbClr val="2E6F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224016" y="1426464"/>
            <a:ext cx="26639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경량화 + 성능 유지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24016" y="1618488"/>
            <a:ext cx="2663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크기↓  추론속도↑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≈ Teacher 수준 유지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56032" y="2138429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Teacher의 지식 = 정답(Hard Label) + 클래스 간 관계(Dark Knowledge)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56032" y="2385317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소프트 타깃의 미묘한 확률 분포를 통해 Hard Label에는 없는 클래스 유사성 정보가 전달된다 (Hinton et al., 2015)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56032" y="2682493"/>
            <a:ext cx="2822448" cy="813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47472" y="2764789"/>
            <a:ext cx="2657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Model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7472" y="3020821"/>
            <a:ext cx="2657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고성능 대형 모델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학습된 지식·추론 패턴 제공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188208" y="2682493"/>
            <a:ext cx="2822448" cy="813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279648" y="2764789"/>
            <a:ext cx="2657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Model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79648" y="3020821"/>
            <a:ext cx="2657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경량 소형 모델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행동을 모방하며 학습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20384" y="2682493"/>
            <a:ext cx="2822448" cy="813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211824" y="2764789"/>
            <a:ext cx="2657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Target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11824" y="3020821"/>
            <a:ext cx="2657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온도 T로 출력 확률 분포를 부드럽게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숨겨진 클래스 관계 정보 전달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56032" y="3557016"/>
            <a:ext cx="2822448" cy="813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347472" y="3639312"/>
            <a:ext cx="2657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Knowledge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47472" y="3895344"/>
            <a:ext cx="2657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"거의 0"의 확률에 담긴 클래스 유사성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Label에 없는 풍부한 지식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188208" y="3557016"/>
            <a:ext cx="2822448" cy="813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3279648" y="3639312"/>
            <a:ext cx="2657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279648" y="3895344"/>
            <a:ext cx="2657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T↑ 분포 평탄화 → 일반화 향상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T↓ 날카로운 분포 → 정답에 집중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120384" y="3557016"/>
            <a:ext cx="2822448" cy="813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211824" y="3639312"/>
            <a:ext cx="2657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 Loss 구조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211824" y="3895344"/>
            <a:ext cx="2657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α·CE(hard) + (1−α)·T²·KL(soft)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Hard·Soft 신호의 가중 결합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56032" y="4480560"/>
            <a:ext cx="8686800" cy="393192"/>
          </a:xfrm>
          <a:prstGeom prst="rect">
            <a:avLst/>
          </a:prstGeom>
          <a:solidFill>
            <a:srgbClr val="EBF2FC"/>
          </a:solidFill>
          <a:ln w="12700">
            <a:solidFill>
              <a:srgbClr val="2E6F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256032" y="4480560"/>
            <a:ext cx="64008" cy="393192"/>
          </a:xfrm>
          <a:prstGeom prst="rect">
            <a:avLst/>
          </a:prstGeom>
          <a:solidFill>
            <a:srgbClr val="2E6FD4"/>
          </a:solidFill>
          <a:ln w="12700">
            <a:solidFill>
              <a:srgbClr val="2E6F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374904" y="4507992"/>
            <a:ext cx="8540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Student는 정답뿐 아니라 Teacher의 '사고 방식'까지 학습한다 — 지식 증류의 핵심 원리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7213B"/>
          </a:solidFill>
          <a:ln w="12700">
            <a:solidFill>
              <a:srgbClr val="1721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394192" y="49377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56032" y="118872"/>
            <a:ext cx="1828800" cy="210312"/>
          </a:xfrm>
          <a:prstGeom prst="rect">
            <a:avLst/>
          </a:prstGeom>
          <a:solidFill>
            <a:srgbClr val="EBF2FC"/>
          </a:solidFill>
          <a:ln w="12700">
            <a:solidFill>
              <a:srgbClr val="2E6F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56032" y="118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이론적 배경  02 / 03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56032" y="356616"/>
            <a:ext cx="8686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 Loss — Soft Target의 역할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8686800" cy="0"/>
          </a:xfrm>
          <a:prstGeom prst="line">
            <a:avLst/>
          </a:prstGeom>
          <a:noFill/>
          <a:ln w="12700">
            <a:solidFill>
              <a:srgbClr val="2E6F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56032" y="1097280"/>
            <a:ext cx="4270248" cy="329184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56032" y="1097280"/>
            <a:ext cx="64008" cy="3291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84048" y="11887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Hard-Label 학습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84048" y="144475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레이블만 사용 — 클래스 간 관계 정보 미포함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1691640"/>
            <a:ext cx="40690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C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75488" y="1755648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신호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" y="1975104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정답 레이블만 사용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클래스별 확률 = 0 또는 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75304" y="1975104"/>
            <a:ext cx="822960" cy="237744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575304" y="19751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2532888"/>
            <a:ext cx="40690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C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75488" y="2596896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 함수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" y="2816352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Cross-Entropy(CE) Loss만 적용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틀린 클래스 정보는 전부 무시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75304" y="2816352"/>
            <a:ext cx="822960" cy="237744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575304" y="28163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Loss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4048" y="3374136"/>
            <a:ext cx="40690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C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75488" y="3438144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전달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" y="3657600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간 유사성 정보 없음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'2가 3보다 7에 더 가깝다' 등 소실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75304" y="3657600"/>
            <a:ext cx="822960" cy="237744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575304" y="36576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손실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72584" y="1097280"/>
            <a:ext cx="4270248" cy="3291840"/>
          </a:xfrm>
          <a:prstGeom prst="rect">
            <a:avLst/>
          </a:prstGeom>
          <a:solidFill>
            <a:srgbClr val="EBF2FC"/>
          </a:solidFill>
          <a:ln w="12700">
            <a:solidFill>
              <a:srgbClr val="2E6F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4672584" y="1097280"/>
            <a:ext cx="64008" cy="3291840"/>
          </a:xfrm>
          <a:prstGeom prst="rect">
            <a:avLst/>
          </a:prstGeom>
          <a:solidFill>
            <a:srgbClr val="2E6FD4"/>
          </a:solidFill>
          <a:ln w="12700">
            <a:solidFill>
              <a:srgbClr val="2E6F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800600" y="11887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 Soft-Target 학습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800600" y="144475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출력 분포 활용 — Dark Knowledge를 통한 풍부한 지식 전달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1691640"/>
            <a:ext cx="40690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BDD5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892040" y="1755648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신호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1975104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소프트 확률 분포 활용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간 관계가 확률에 포함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991856" y="1975104"/>
            <a:ext cx="822960" cy="237744"/>
          </a:xfrm>
          <a:prstGeom prst="rect">
            <a:avLst/>
          </a:prstGeom>
          <a:solidFill>
            <a:srgbClr val="EBF2FC"/>
          </a:solidFill>
          <a:ln w="12700">
            <a:solidFill>
              <a:srgbClr val="2E6F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7991856" y="197510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분포 모방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00600" y="2532888"/>
            <a:ext cx="40690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BDD5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892040" y="2596896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 함수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92040" y="2816352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α·CE(hard) + (1−α)·T²·KL(soft)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Hard·Soft의 가중 결합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991856" y="2816352"/>
            <a:ext cx="822960" cy="237744"/>
          </a:xfrm>
          <a:prstGeom prst="rect">
            <a:avLst/>
          </a:prstGeom>
          <a:solidFill>
            <a:srgbClr val="EBF2FC"/>
          </a:solidFill>
          <a:ln w="12700">
            <a:solidFill>
              <a:srgbClr val="2E6F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7991856" y="28163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 Loss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00600" y="3374136"/>
            <a:ext cx="406908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BDD5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892040" y="3438144"/>
            <a:ext cx="3867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전달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892040" y="3657600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간 유사성 포함 → Dark Knowledge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'2가 3보다 7에 가깝다'까지 학습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991856" y="3657600"/>
            <a:ext cx="822960" cy="237744"/>
          </a:xfrm>
          <a:prstGeom prst="rect">
            <a:avLst/>
          </a:prstGeom>
          <a:solidFill>
            <a:srgbClr val="EBF2FC"/>
          </a:solidFill>
          <a:ln w="12700">
            <a:solidFill>
              <a:srgbClr val="2E6F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7991856" y="36576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풍부한 정보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56032" y="4480560"/>
            <a:ext cx="8686800" cy="393192"/>
          </a:xfrm>
          <a:prstGeom prst="rect">
            <a:avLst/>
          </a:prstGeom>
          <a:solidFill>
            <a:srgbClr val="EBF2FC"/>
          </a:solidFill>
          <a:ln w="12700">
            <a:solidFill>
              <a:srgbClr val="2E6F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256032" y="4480560"/>
            <a:ext cx="64008" cy="393192"/>
          </a:xfrm>
          <a:prstGeom prst="rect">
            <a:avLst/>
          </a:prstGeom>
          <a:solidFill>
            <a:srgbClr val="2E6FD4"/>
          </a:solidFill>
          <a:ln w="12700">
            <a:solidFill>
              <a:srgbClr val="2E6F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374904" y="4507992"/>
            <a:ext cx="8540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T가 높을수록 Dark Knowledge 정보량 증가 | T² </a:t>
            </a:r>
            <a:r>
              <a:rPr lang="en-US" sz="1200" b="1" dirty="0" err="1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스케일링으로</a:t>
            </a:r>
            <a:r>
              <a:rPr lang="en-US" sz="1200" b="1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200" b="1" dirty="0" err="1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Hard·Soft</a:t>
            </a:r>
            <a:r>
              <a:rPr lang="en-US" altLang="ko-KR" sz="1200" b="1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200" b="1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신호를 균형 있게 결합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7213B"/>
          </a:solidFill>
          <a:ln w="12700">
            <a:solidFill>
              <a:srgbClr val="1721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394192" y="49377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56032" y="118872"/>
            <a:ext cx="1828800" cy="210312"/>
          </a:xfrm>
          <a:prstGeom prst="rect">
            <a:avLst/>
          </a:prstGeom>
          <a:solidFill>
            <a:srgbClr val="EBF2FC"/>
          </a:solidFill>
          <a:ln w="12700">
            <a:solidFill>
              <a:srgbClr val="2E6F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56032" y="118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이론적 배경  03 / 03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56032" y="356616"/>
            <a:ext cx="86868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경량화 기법 — 프루닝 · 양자화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8686800" cy="0"/>
          </a:xfrm>
          <a:prstGeom prst="line">
            <a:avLst/>
          </a:prstGeom>
          <a:noFill/>
          <a:ln w="12700">
            <a:solidFill>
              <a:srgbClr val="2E6F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56032" y="1097280"/>
            <a:ext cx="28102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47472" y="1170432"/>
            <a:ext cx="2663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r>
              <a:rPr lang="en-US" sz="1400" b="1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 이후에도 크다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" y="1426464"/>
            <a:ext cx="2663952" cy="173736"/>
          </a:xfrm>
          <a:prstGeom prst="rect">
            <a:avLst/>
          </a:prstGeom>
          <a:solidFill>
            <a:srgbClr val="EBF2FC"/>
          </a:solidFill>
          <a:ln w="12700">
            <a:solidFill>
              <a:srgbClr val="2E6F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47472" y="1426464"/>
            <a:ext cx="26639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압축 여지 존재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472" y="1618488"/>
            <a:ext cx="2663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 후에도 수백 MB~수 GB 수준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줄이려면 추가 기법 활용 가능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194304" y="1097280"/>
            <a:ext cx="2810256" cy="932688"/>
          </a:xfrm>
          <a:prstGeom prst="rect">
            <a:avLst/>
          </a:prstGeom>
          <a:solidFill>
            <a:srgbClr val="E8F5EE"/>
          </a:solidFill>
          <a:ln w="12700">
            <a:solidFill>
              <a:srgbClr val="1B7A43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194304" y="1097280"/>
            <a:ext cx="64008" cy="822960"/>
          </a:xfrm>
          <a:prstGeom prst="rect">
            <a:avLst/>
          </a:prstGeom>
          <a:solidFill>
            <a:srgbClr val="1B7A43"/>
          </a:solidFill>
          <a:ln w="12700">
            <a:solidFill>
              <a:srgbClr val="1B7A4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322320" y="1170432"/>
            <a:ext cx="2627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r>
              <a:rPr lang="en-US" sz="1400" b="1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프루닝 (Pruning)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22320" y="1426464"/>
            <a:ext cx="2627376" cy="173736"/>
          </a:xfrm>
          <a:prstGeom prst="rect">
            <a:avLst/>
          </a:prstGeom>
          <a:solidFill>
            <a:srgbClr val="EBF2FC"/>
          </a:solidFill>
          <a:ln w="12700">
            <a:solidFill>
              <a:srgbClr val="2E6F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322320" y="1426464"/>
            <a:ext cx="26273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 자체를 제거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22320" y="1618488"/>
            <a:ext cx="2627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불필요한 가중치·레이어를 잘라냄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크기·연산량 직접 감소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32576" y="1097280"/>
            <a:ext cx="2810256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224016" y="1170432"/>
            <a:ext cx="2663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r>
              <a:rPr lang="en-US" sz="1400" b="1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양자화 (Quantization)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24016" y="1426464"/>
            <a:ext cx="2663952" cy="173736"/>
          </a:xfrm>
          <a:prstGeom prst="rect">
            <a:avLst/>
          </a:prstGeom>
          <a:solidFill>
            <a:srgbClr val="EBF2FC"/>
          </a:solidFill>
          <a:ln w="12700">
            <a:solidFill>
              <a:srgbClr val="2E6F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224016" y="1426464"/>
            <a:ext cx="266395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정밀도를 낮춰 압축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24016" y="1618488"/>
            <a:ext cx="2663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 표현 정밀도 축소 (FP32→INT4)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학습 없이 메모리·속도 개선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56032" y="212445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프루닝과 양자화는 KD와 독립적으로 동작 — 필요 시 순차 결합해 추가 경량화 가능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56032" y="2371344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기법은 서로 다른 방식으로 모델을 압축하며, 목적에 따라 </a:t>
            </a:r>
            <a:r>
              <a:rPr lang="en-US" sz="11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선택적으로</a:t>
            </a: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56032" y="2696464"/>
            <a:ext cx="2822448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47472" y="2778760"/>
            <a:ext cx="2657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프루닝이란?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7472" y="3034792"/>
            <a:ext cx="2657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학습된 모델에서 중요도가 낮은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가중치나 구조를 제거하는 기법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188208" y="2696464"/>
            <a:ext cx="2822448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279648" y="2778760"/>
            <a:ext cx="2657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프루닝의 효과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79648" y="3034792"/>
            <a:ext cx="2657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비정형(개별 가중치)·정형(레이어 단위)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크기↓ 연산량↓ 추론속도↑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20384" y="2714752"/>
            <a:ext cx="282244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211824" y="2778760"/>
            <a:ext cx="2657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양자화란?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11824" y="3034792"/>
            <a:ext cx="2657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가중치의 숫자 정밀도를 낮추는 기법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FP32(32비트) → INT8/INT4로 변환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56032" y="3576447"/>
            <a:ext cx="2822448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347472" y="3658743"/>
            <a:ext cx="2657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양자화의 효과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47472" y="3914775"/>
            <a:ext cx="2657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최대 4~8배↓ 추론속도↑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PTQ는 추가 학습 없이 즉시 적용 가능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188208" y="3576447"/>
            <a:ext cx="2822448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3279648" y="3658743"/>
            <a:ext cx="2657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기법의 관계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279648" y="3914775"/>
            <a:ext cx="2657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KD: 모델 구조 자체를 경량 설계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프루닝·양자화: 기존 모델 추가 압축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120384" y="3576447"/>
            <a:ext cx="2822448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211824" y="3658743"/>
            <a:ext cx="2657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적용 방향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211824" y="3914775"/>
            <a:ext cx="2657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 기반 경량화 후 추가 압축 필요 시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프루닝·양자화 적용을 시도해 볼 계획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56032" y="4480560"/>
            <a:ext cx="8686800" cy="393192"/>
          </a:xfrm>
          <a:prstGeom prst="rect">
            <a:avLst/>
          </a:prstGeom>
          <a:solidFill>
            <a:srgbClr val="EBF2FC"/>
          </a:solidFill>
          <a:ln w="12700">
            <a:solidFill>
              <a:srgbClr val="2E6F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256032" y="4480560"/>
            <a:ext cx="64008" cy="393192"/>
          </a:xfrm>
          <a:prstGeom prst="rect">
            <a:avLst/>
          </a:prstGeom>
          <a:solidFill>
            <a:srgbClr val="2E6FD4"/>
          </a:solidFill>
          <a:ln w="12700">
            <a:solidFill>
              <a:srgbClr val="2E6F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374904" y="4507992"/>
            <a:ext cx="85404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KD를 중심으로 경량화를 진행하되, 향후 프루닝·양자화를 결합하여 </a:t>
            </a:r>
            <a:r>
              <a:rPr lang="en-US" sz="1200" b="1" dirty="0" err="1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</a:t>
            </a:r>
            <a:r>
              <a:rPr lang="en-US" sz="1200" b="1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경량화</a:t>
            </a:r>
            <a:r>
              <a:rPr lang="ko-KR" altLang="en-US" sz="1200" b="1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시도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617</Words>
  <Application>Microsoft Office PowerPoint</Application>
  <PresentationFormat>화면 슬라이드 쇼(16:9)</PresentationFormat>
  <Paragraphs>107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이론적 배경: 지식 증류 및 경량화 기법</dc:title>
  <dc:subject>PptxGenJS Presentation</dc:subject>
  <dc:creator>PptxGenJS</dc:creator>
  <cp:lastModifiedBy>Ryan Jung</cp:lastModifiedBy>
  <cp:revision>1</cp:revision>
  <dcterms:created xsi:type="dcterms:W3CDTF">2026-06-03T07:44:22Z</dcterms:created>
  <dcterms:modified xsi:type="dcterms:W3CDTF">2026-06-03T08:03:12Z</dcterms:modified>
</cp:coreProperties>
</file>