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98" r:id="rId2"/>
    <p:sldId id="305" r:id="rId3"/>
    <p:sldId id="306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pos="3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3EBE14-122B-4760-34AA-733C5EDD32A9}" name="Yoonpyo Hong" initials="YH" userId="S::yoonpyohong@microsoft.com::0954e97c-29e5-4073-92b7-835ff620f192" providerId="AD"/>
  <p188:author id="{0BF803D4-3FD7-6F26-93C2-F562AAFD4578}" name="Hyewon Kong" initials="HK" userId="S::hyewonkong@microsoft.com::8e3457f9-1e28-43fc-9f2b-aed842921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DC85F1-9686-453D-88AE-8FEF67F4524F}" v="244" dt="2026-06-03T15:39:10.4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021" autoAdjust="0"/>
  </p:normalViewPr>
  <p:slideViewPr>
    <p:cSldViewPr snapToGrid="0">
      <p:cViewPr>
        <p:scale>
          <a:sx n="66" d="100"/>
          <a:sy n="66" d="100"/>
        </p:scale>
        <p:origin x="336" y="206"/>
      </p:cViewPr>
      <p:guideLst>
        <p:guide orient="horz" pos="2184"/>
        <p:guide pos="288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onpyo Hong" userId="0954e97c-29e5-4073-92b7-835ff620f192" providerId="ADAL" clId="{2100B5DF-C4BD-48B2-8583-B68488FE409B}"/>
    <pc:docChg chg="undo custSel addSld delSld modSld">
      <pc:chgData name="Yoonpyo Hong" userId="0954e97c-29e5-4073-92b7-835ff620f192" providerId="ADAL" clId="{2100B5DF-C4BD-48B2-8583-B68488FE409B}" dt="2026-06-03T15:39:10.434" v="2430"/>
      <pc:docMkLst>
        <pc:docMk/>
      </pc:docMkLst>
      <pc:sldChg chg="del">
        <pc:chgData name="Yoonpyo Hong" userId="0954e97c-29e5-4073-92b7-835ff620f192" providerId="ADAL" clId="{2100B5DF-C4BD-48B2-8583-B68488FE409B}" dt="2026-06-03T07:21:29.475" v="1007" actId="47"/>
        <pc:sldMkLst>
          <pc:docMk/>
          <pc:sldMk cId="0" sldId="256"/>
        </pc:sldMkLst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0" sldId="260"/>
        </pc:sldMkLst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0" sldId="263"/>
        </pc:sldMkLst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0" sldId="265"/>
        </pc:sldMkLst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1988651288" sldId="288"/>
        </pc:sldMkLst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4132225750" sldId="296"/>
        </pc:sldMkLst>
      </pc:sldChg>
      <pc:sldChg chg="addSp delSp modSp mod">
        <pc:chgData name="Yoonpyo Hong" userId="0954e97c-29e5-4073-92b7-835ff620f192" providerId="ADAL" clId="{2100B5DF-C4BD-48B2-8583-B68488FE409B}" dt="2026-06-03T15:36:27.894" v="2407" actId="20577"/>
        <pc:sldMkLst>
          <pc:docMk/>
          <pc:sldMk cId="2829145547" sldId="298"/>
        </pc:sldMkLst>
        <pc:spChg chg="mod">
          <ac:chgData name="Yoonpyo Hong" userId="0954e97c-29e5-4073-92b7-835ff620f192" providerId="ADAL" clId="{2100B5DF-C4BD-48B2-8583-B68488FE409B}" dt="2026-06-03T06:39:23.894" v="11" actId="14100"/>
          <ac:spMkLst>
            <pc:docMk/>
            <pc:sldMk cId="2829145547" sldId="298"/>
            <ac:spMk id="2" creationId="{5ED97B90-2363-FF0B-4F02-4B0C4B9A38A4}"/>
          </ac:spMkLst>
        </pc:spChg>
        <pc:spChg chg="del">
          <ac:chgData name="Yoonpyo Hong" userId="0954e97c-29e5-4073-92b7-835ff620f192" providerId="ADAL" clId="{2100B5DF-C4BD-48B2-8583-B68488FE409B}" dt="2026-06-03T06:39:35.866" v="12" actId="478"/>
          <ac:spMkLst>
            <pc:docMk/>
            <pc:sldMk cId="2829145547" sldId="298"/>
            <ac:spMk id="3" creationId="{D80B492C-9D1D-6CBD-A606-15E8B3F54145}"/>
          </ac:spMkLst>
        </pc:spChg>
        <pc:spChg chg="add mod ord">
          <ac:chgData name="Yoonpyo Hong" userId="0954e97c-29e5-4073-92b7-835ff620f192" providerId="ADAL" clId="{2100B5DF-C4BD-48B2-8583-B68488FE409B}" dt="2026-06-03T15:14:39.581" v="2166" actId="1076"/>
          <ac:spMkLst>
            <pc:docMk/>
            <pc:sldMk cId="2829145547" sldId="298"/>
            <ac:spMk id="4" creationId="{A6062C0E-587B-AF40-2219-B9143EB161F4}"/>
          </ac:spMkLst>
        </pc:spChg>
        <pc:spChg chg="add del mod">
          <ac:chgData name="Yoonpyo Hong" userId="0954e97c-29e5-4073-92b7-835ff620f192" providerId="ADAL" clId="{2100B5DF-C4BD-48B2-8583-B68488FE409B}" dt="2026-06-03T06:52:40.181" v="13" actId="478"/>
          <ac:spMkLst>
            <pc:docMk/>
            <pc:sldMk cId="2829145547" sldId="298"/>
            <ac:spMk id="5" creationId="{0A7FD410-24C8-975F-3525-306F23E1491E}"/>
          </ac:spMkLst>
        </pc:spChg>
        <pc:spChg chg="add mod">
          <ac:chgData name="Yoonpyo Hong" userId="0954e97c-29e5-4073-92b7-835ff620f192" providerId="ADAL" clId="{2100B5DF-C4BD-48B2-8583-B68488FE409B}" dt="2026-06-03T15:14:39.581" v="2166" actId="1076"/>
          <ac:spMkLst>
            <pc:docMk/>
            <pc:sldMk cId="2829145547" sldId="298"/>
            <ac:spMk id="6" creationId="{680E6DF4-4A10-3282-D3B3-8E5079A4A7B7}"/>
          </ac:spMkLst>
        </pc:spChg>
        <pc:spChg chg="add mod">
          <ac:chgData name="Yoonpyo Hong" userId="0954e97c-29e5-4073-92b7-835ff620f192" providerId="ADAL" clId="{2100B5DF-C4BD-48B2-8583-B68488FE409B}" dt="2026-06-03T13:40:40.215" v="1258" actId="1076"/>
          <ac:spMkLst>
            <pc:docMk/>
            <pc:sldMk cId="2829145547" sldId="298"/>
            <ac:spMk id="9" creationId="{6C383262-E80D-05E4-031E-533A817DC124}"/>
          </ac:spMkLst>
        </pc:spChg>
        <pc:spChg chg="add mod ord">
          <ac:chgData name="Yoonpyo Hong" userId="0954e97c-29e5-4073-92b7-835ff620f192" providerId="ADAL" clId="{2100B5DF-C4BD-48B2-8583-B68488FE409B}" dt="2026-06-03T15:15:14.207" v="2173" actId="14100"/>
          <ac:spMkLst>
            <pc:docMk/>
            <pc:sldMk cId="2829145547" sldId="298"/>
            <ac:spMk id="11" creationId="{D568FCA0-74A6-7F37-CE94-863D6B43703A}"/>
          </ac:spMkLst>
        </pc:spChg>
        <pc:spChg chg="add del mod">
          <ac:chgData name="Yoonpyo Hong" userId="0954e97c-29e5-4073-92b7-835ff620f192" providerId="ADAL" clId="{2100B5DF-C4BD-48B2-8583-B68488FE409B}" dt="2026-06-03T15:14:26.569" v="2163" actId="478"/>
          <ac:spMkLst>
            <pc:docMk/>
            <pc:sldMk cId="2829145547" sldId="298"/>
            <ac:spMk id="12" creationId="{0370D29D-CB05-9F1F-4511-2D91ED54CB07}"/>
          </ac:spMkLst>
        </pc:spChg>
        <pc:spChg chg="add mod ord">
          <ac:chgData name="Yoonpyo Hong" userId="0954e97c-29e5-4073-92b7-835ff620f192" providerId="ADAL" clId="{2100B5DF-C4BD-48B2-8583-B68488FE409B}" dt="2026-06-03T15:15:01.442" v="2170" actId="1076"/>
          <ac:spMkLst>
            <pc:docMk/>
            <pc:sldMk cId="2829145547" sldId="298"/>
            <ac:spMk id="14" creationId="{849BCC2B-E97F-7340-0009-51F9B1727161}"/>
          </ac:spMkLst>
        </pc:spChg>
        <pc:graphicFrameChg chg="add del mod">
          <ac:chgData name="Yoonpyo Hong" userId="0954e97c-29e5-4073-92b7-835ff620f192" providerId="ADAL" clId="{2100B5DF-C4BD-48B2-8583-B68488FE409B}" dt="2026-06-03T06:53:17.226" v="16" actId="478"/>
          <ac:graphicFrameMkLst>
            <pc:docMk/>
            <pc:sldMk cId="2829145547" sldId="298"/>
            <ac:graphicFrameMk id="6" creationId="{74278D23-928C-3B07-9E5F-DC84BF2BF8C5}"/>
          </ac:graphicFrameMkLst>
        </pc:graphicFrameChg>
        <pc:graphicFrameChg chg="add mod modGraphic">
          <ac:chgData name="Yoonpyo Hong" userId="0954e97c-29e5-4073-92b7-835ff620f192" providerId="ADAL" clId="{2100B5DF-C4BD-48B2-8583-B68488FE409B}" dt="2026-06-03T15:36:27.894" v="2407" actId="20577"/>
          <ac:graphicFrameMkLst>
            <pc:docMk/>
            <pc:sldMk cId="2829145547" sldId="298"/>
            <ac:graphicFrameMk id="7" creationId="{FA8F2590-EC17-BD6C-1B68-AF46B7B53F08}"/>
          </ac:graphicFrameMkLst>
        </pc:graphicFrameChg>
        <pc:graphicFrameChg chg="add del mod modGraphic">
          <ac:chgData name="Yoonpyo Hong" userId="0954e97c-29e5-4073-92b7-835ff620f192" providerId="ADAL" clId="{2100B5DF-C4BD-48B2-8583-B68488FE409B}" dt="2026-06-03T07:08:06.974" v="623" actId="478"/>
          <ac:graphicFrameMkLst>
            <pc:docMk/>
            <pc:sldMk cId="2829145547" sldId="298"/>
            <ac:graphicFrameMk id="8" creationId="{4D3602D7-ADEA-7593-5B57-0D363A19A464}"/>
          </ac:graphicFrameMkLst>
        </pc:graphicFrameChg>
        <pc:graphicFrameChg chg="add mod ord modGraphic">
          <ac:chgData name="Yoonpyo Hong" userId="0954e97c-29e5-4073-92b7-835ff620f192" providerId="ADAL" clId="{2100B5DF-C4BD-48B2-8583-B68488FE409B}" dt="2026-06-03T15:15:21.925" v="2179" actId="1035"/>
          <ac:graphicFrameMkLst>
            <pc:docMk/>
            <pc:sldMk cId="2829145547" sldId="298"/>
            <ac:graphicFrameMk id="8" creationId="{68686D32-0EF4-6499-6D58-016C54658D8B}"/>
          </ac:graphicFrameMkLst>
        </pc:graphicFrameChg>
        <pc:graphicFrameChg chg="add del mod modGraphic">
          <ac:chgData name="Yoonpyo Hong" userId="0954e97c-29e5-4073-92b7-835ff620f192" providerId="ADAL" clId="{2100B5DF-C4BD-48B2-8583-B68488FE409B}" dt="2026-06-03T07:08:08.353" v="624" actId="478"/>
          <ac:graphicFrameMkLst>
            <pc:docMk/>
            <pc:sldMk cId="2829145547" sldId="298"/>
            <ac:graphicFrameMk id="9" creationId="{330C9B5D-814D-CB0E-95F3-827B985C43AC}"/>
          </ac:graphicFrameMkLst>
        </pc:graphicFrameChg>
        <pc:graphicFrameChg chg="add mod modGraphic">
          <ac:chgData name="Yoonpyo Hong" userId="0954e97c-29e5-4073-92b7-835ff620f192" providerId="ADAL" clId="{2100B5DF-C4BD-48B2-8583-B68488FE409B}" dt="2026-06-03T15:14:39.581" v="2166" actId="1076"/>
          <ac:graphicFrameMkLst>
            <pc:docMk/>
            <pc:sldMk cId="2829145547" sldId="298"/>
            <ac:graphicFrameMk id="10" creationId="{9A70505D-13B1-B4C3-C8CC-64340F909479}"/>
          </ac:graphicFrameMkLst>
        </pc:graphicFrameChg>
        <pc:cxnChg chg="add del">
          <ac:chgData name="Yoonpyo Hong" userId="0954e97c-29e5-4073-92b7-835ff620f192" providerId="ADAL" clId="{2100B5DF-C4BD-48B2-8583-B68488FE409B}" dt="2026-06-03T15:06:51.583" v="2063" actId="478"/>
          <ac:cxnSpMkLst>
            <pc:docMk/>
            <pc:sldMk cId="2829145547" sldId="298"/>
            <ac:cxnSpMk id="5" creationId="{D54A569B-6ED4-B73E-15A1-C160ABCDC80D}"/>
          </ac:cxnSpMkLst>
        </pc:cxnChg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2901682149" sldId="299"/>
        </pc:sldMkLst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3202611155" sldId="300"/>
        </pc:sldMkLst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1035476424" sldId="301"/>
        </pc:sldMkLst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2570860277" sldId="302"/>
        </pc:sldMkLst>
      </pc:sldChg>
      <pc:sldChg chg="del">
        <pc:chgData name="Yoonpyo Hong" userId="0954e97c-29e5-4073-92b7-835ff620f192" providerId="ADAL" clId="{2100B5DF-C4BD-48B2-8583-B68488FE409B}" dt="2026-06-03T07:21:28.216" v="1006" actId="47"/>
        <pc:sldMkLst>
          <pc:docMk/>
          <pc:sldMk cId="1312398470" sldId="303"/>
        </pc:sldMkLst>
      </pc:sldChg>
      <pc:sldChg chg="modSp del mod">
        <pc:chgData name="Yoonpyo Hong" userId="0954e97c-29e5-4073-92b7-835ff620f192" providerId="ADAL" clId="{2100B5DF-C4BD-48B2-8583-B68488FE409B}" dt="2026-06-03T07:21:28.216" v="1006" actId="47"/>
        <pc:sldMkLst>
          <pc:docMk/>
          <pc:sldMk cId="2854190700" sldId="304"/>
        </pc:sldMkLst>
        <pc:spChg chg="mod">
          <ac:chgData name="Yoonpyo Hong" userId="0954e97c-29e5-4073-92b7-835ff620f192" providerId="ADAL" clId="{2100B5DF-C4BD-48B2-8583-B68488FE409B}" dt="2026-06-03T06:33:46.192" v="1" actId="27636"/>
          <ac:spMkLst>
            <pc:docMk/>
            <pc:sldMk cId="2854190700" sldId="304"/>
            <ac:spMk id="2" creationId="{C6C217FC-694A-38CD-2FBE-2BB094B4D8AC}"/>
          </ac:spMkLst>
        </pc:spChg>
      </pc:sldChg>
      <pc:sldChg chg="addSp delSp modSp add mod">
        <pc:chgData name="Yoonpyo Hong" userId="0954e97c-29e5-4073-92b7-835ff620f192" providerId="ADAL" clId="{2100B5DF-C4BD-48B2-8583-B68488FE409B}" dt="2026-06-03T15:38:33.184" v="2429" actId="20577"/>
        <pc:sldMkLst>
          <pc:docMk/>
          <pc:sldMk cId="3736014288" sldId="305"/>
        </pc:sldMkLst>
        <pc:spChg chg="mod">
          <ac:chgData name="Yoonpyo Hong" userId="0954e97c-29e5-4073-92b7-835ff620f192" providerId="ADAL" clId="{2100B5DF-C4BD-48B2-8583-B68488FE409B}" dt="2026-06-03T13:45:04.451" v="1326" actId="2711"/>
          <ac:spMkLst>
            <pc:docMk/>
            <pc:sldMk cId="3736014288" sldId="305"/>
            <ac:spMk id="2" creationId="{5CF4F234-F65C-E216-E2F5-F9664674E247}"/>
          </ac:spMkLst>
        </pc:spChg>
        <pc:spChg chg="del">
          <ac:chgData name="Yoonpyo Hong" userId="0954e97c-29e5-4073-92b7-835ff620f192" providerId="ADAL" clId="{2100B5DF-C4BD-48B2-8583-B68488FE409B}" dt="2026-06-03T13:24:32.140" v="1016" actId="478"/>
          <ac:spMkLst>
            <pc:docMk/>
            <pc:sldMk cId="3736014288" sldId="305"/>
            <ac:spMk id="4" creationId="{EF596A22-CB4F-9827-E7AC-818F901DCC84}"/>
          </ac:spMkLst>
        </pc:spChg>
        <pc:spChg chg="del">
          <ac:chgData name="Yoonpyo Hong" userId="0954e97c-29e5-4073-92b7-835ff620f192" providerId="ADAL" clId="{2100B5DF-C4BD-48B2-8583-B68488FE409B}" dt="2026-06-03T13:24:32.140" v="1016" actId="478"/>
          <ac:spMkLst>
            <pc:docMk/>
            <pc:sldMk cId="3736014288" sldId="305"/>
            <ac:spMk id="6" creationId="{3BC732CB-BBD3-EA3C-430D-5838F6A2FAE7}"/>
          </ac:spMkLst>
        </pc:spChg>
        <pc:spChg chg="add mod">
          <ac:chgData name="Yoonpyo Hong" userId="0954e97c-29e5-4073-92b7-835ff620f192" providerId="ADAL" clId="{2100B5DF-C4BD-48B2-8583-B68488FE409B}" dt="2026-06-03T14:40:05.554" v="1597" actId="20577"/>
          <ac:spMkLst>
            <pc:docMk/>
            <pc:sldMk cId="3736014288" sldId="305"/>
            <ac:spMk id="8" creationId="{195600B0-6390-9F15-1738-491034BB0555}"/>
          </ac:spMkLst>
        </pc:spChg>
        <pc:spChg chg="add mod">
          <ac:chgData name="Yoonpyo Hong" userId="0954e97c-29e5-4073-92b7-835ff620f192" providerId="ADAL" clId="{2100B5DF-C4BD-48B2-8583-B68488FE409B}" dt="2026-06-03T14:25:27.721" v="1537" actId="1076"/>
          <ac:spMkLst>
            <pc:docMk/>
            <pc:sldMk cId="3736014288" sldId="305"/>
            <ac:spMk id="10" creationId="{CD2AB778-7A1D-5050-C31D-CE4E1F5890B5}"/>
          </ac:spMkLst>
        </pc:spChg>
        <pc:spChg chg="add del">
          <ac:chgData name="Yoonpyo Hong" userId="0954e97c-29e5-4073-92b7-835ff620f192" providerId="ADAL" clId="{2100B5DF-C4BD-48B2-8583-B68488FE409B}" dt="2026-06-03T13:43:27.760" v="1318" actId="22"/>
          <ac:spMkLst>
            <pc:docMk/>
            <pc:sldMk cId="3736014288" sldId="305"/>
            <ac:spMk id="12" creationId="{7CD925DE-75D9-13F4-CCEE-1B2853C6B0F2}"/>
          </ac:spMkLst>
        </pc:spChg>
        <pc:spChg chg="add mod">
          <ac:chgData name="Yoonpyo Hong" userId="0954e97c-29e5-4073-92b7-835ff620f192" providerId="ADAL" clId="{2100B5DF-C4BD-48B2-8583-B68488FE409B}" dt="2026-06-03T15:38:10.128" v="2427" actId="20577"/>
          <ac:spMkLst>
            <pc:docMk/>
            <pc:sldMk cId="3736014288" sldId="305"/>
            <ac:spMk id="14" creationId="{EBF29EFC-B2D3-3206-C303-9965C6C14D04}"/>
          </ac:spMkLst>
        </pc:spChg>
        <pc:spChg chg="add del mod">
          <ac:chgData name="Yoonpyo Hong" userId="0954e97c-29e5-4073-92b7-835ff620f192" providerId="ADAL" clId="{2100B5DF-C4BD-48B2-8583-B68488FE409B}" dt="2026-06-03T14:02:39.568" v="1458" actId="478"/>
          <ac:spMkLst>
            <pc:docMk/>
            <pc:sldMk cId="3736014288" sldId="305"/>
            <ac:spMk id="17" creationId="{5EC69CCF-F383-6F5F-03B7-E153ED4F66FB}"/>
          </ac:spMkLst>
        </pc:spChg>
        <pc:spChg chg="add mod">
          <ac:chgData name="Yoonpyo Hong" userId="0954e97c-29e5-4073-92b7-835ff620f192" providerId="ADAL" clId="{2100B5DF-C4BD-48B2-8583-B68488FE409B}" dt="2026-06-03T15:38:33.184" v="2429" actId="20577"/>
          <ac:spMkLst>
            <pc:docMk/>
            <pc:sldMk cId="3736014288" sldId="305"/>
            <ac:spMk id="31" creationId="{CA7EBAE5-BB95-251B-62D9-E250D30B464C}"/>
          </ac:spMkLst>
        </pc:spChg>
        <pc:spChg chg="add mod">
          <ac:chgData name="Yoonpyo Hong" userId="0954e97c-29e5-4073-92b7-835ff620f192" providerId="ADAL" clId="{2100B5DF-C4BD-48B2-8583-B68488FE409B}" dt="2026-06-03T15:29:18.158" v="2274" actId="1076"/>
          <ac:spMkLst>
            <pc:docMk/>
            <pc:sldMk cId="3736014288" sldId="305"/>
            <ac:spMk id="33" creationId="{0D02C2BA-59C9-4608-3527-51A19D53C584}"/>
          </ac:spMkLst>
        </pc:spChg>
        <pc:graphicFrameChg chg="add del mod modGraphic">
          <ac:chgData name="Yoonpyo Hong" userId="0954e97c-29e5-4073-92b7-835ff620f192" providerId="ADAL" clId="{2100B5DF-C4BD-48B2-8583-B68488FE409B}" dt="2026-06-03T13:28:06.122" v="1021" actId="22"/>
          <ac:graphicFrameMkLst>
            <pc:docMk/>
            <pc:sldMk cId="3736014288" sldId="305"/>
            <ac:graphicFrameMk id="4" creationId="{9ED64E0B-962A-7CC9-D336-4268AE60FD4E}"/>
          </ac:graphicFrameMkLst>
        </pc:graphicFrameChg>
        <pc:graphicFrameChg chg="add mod modGraphic">
          <ac:chgData name="Yoonpyo Hong" userId="0954e97c-29e5-4073-92b7-835ff620f192" providerId="ADAL" clId="{2100B5DF-C4BD-48B2-8583-B68488FE409B}" dt="2026-06-03T15:23:44.523" v="2226" actId="20577"/>
          <ac:graphicFrameMkLst>
            <pc:docMk/>
            <pc:sldMk cId="3736014288" sldId="305"/>
            <ac:graphicFrameMk id="6" creationId="{A4C0CC5F-11BE-8DFD-F4FA-4B7C974A2498}"/>
          </ac:graphicFrameMkLst>
        </pc:graphicFrameChg>
        <pc:graphicFrameChg chg="del">
          <ac:chgData name="Yoonpyo Hong" userId="0954e97c-29e5-4073-92b7-835ff620f192" providerId="ADAL" clId="{2100B5DF-C4BD-48B2-8583-B68488FE409B}" dt="2026-06-03T13:24:32.140" v="1016" actId="478"/>
          <ac:graphicFrameMkLst>
            <pc:docMk/>
            <pc:sldMk cId="3736014288" sldId="305"/>
            <ac:graphicFrameMk id="7" creationId="{55319026-575A-1AD7-E4D3-77C82B1B2A6D}"/>
          </ac:graphicFrameMkLst>
        </pc:graphicFrameChg>
        <pc:graphicFrameChg chg="del">
          <ac:chgData name="Yoonpyo Hong" userId="0954e97c-29e5-4073-92b7-835ff620f192" providerId="ADAL" clId="{2100B5DF-C4BD-48B2-8583-B68488FE409B}" dt="2026-06-03T13:24:32.140" v="1016" actId="478"/>
          <ac:graphicFrameMkLst>
            <pc:docMk/>
            <pc:sldMk cId="3736014288" sldId="305"/>
            <ac:graphicFrameMk id="10" creationId="{7772DC8F-2B43-7848-CB83-5912A25B63D4}"/>
          </ac:graphicFrameMkLst>
        </pc:graphicFrameChg>
        <pc:graphicFrameChg chg="add mod modGraphic">
          <ac:chgData name="Yoonpyo Hong" userId="0954e97c-29e5-4073-92b7-835ff620f192" providerId="ADAL" clId="{2100B5DF-C4BD-48B2-8583-B68488FE409B}" dt="2026-06-03T15:27:25.609" v="2256" actId="14100"/>
          <ac:graphicFrameMkLst>
            <pc:docMk/>
            <pc:sldMk cId="3736014288" sldId="305"/>
            <ac:graphicFrameMk id="15" creationId="{E87B3D0A-6908-1BBE-AECC-C8030E2AB755}"/>
          </ac:graphicFrameMkLst>
        </pc:graphicFrameChg>
        <pc:picChg chg="add del mod">
          <ac:chgData name="Yoonpyo Hong" userId="0954e97c-29e5-4073-92b7-835ff620f192" providerId="ADAL" clId="{2100B5DF-C4BD-48B2-8583-B68488FE409B}" dt="2026-06-03T14:24:16.367" v="1519" actId="478"/>
          <ac:picMkLst>
            <pc:docMk/>
            <pc:sldMk cId="3736014288" sldId="305"/>
            <ac:picMk id="19" creationId="{2F9D6BDF-8CC6-2D0E-E298-49477D49D28C}"/>
          </ac:picMkLst>
        </pc:picChg>
        <pc:picChg chg="add del mod">
          <ac:chgData name="Yoonpyo Hong" userId="0954e97c-29e5-4073-92b7-835ff620f192" providerId="ADAL" clId="{2100B5DF-C4BD-48B2-8583-B68488FE409B}" dt="2026-06-03T14:23:33.585" v="1518" actId="478"/>
          <ac:picMkLst>
            <pc:docMk/>
            <pc:sldMk cId="3736014288" sldId="305"/>
            <ac:picMk id="21" creationId="{C369B2DD-C798-E8FB-3228-3A68DD5CD864}"/>
          </ac:picMkLst>
        </pc:picChg>
        <pc:picChg chg="add del mod">
          <ac:chgData name="Yoonpyo Hong" userId="0954e97c-29e5-4073-92b7-835ff620f192" providerId="ADAL" clId="{2100B5DF-C4BD-48B2-8583-B68488FE409B}" dt="2026-06-03T14:23:33.112" v="1517" actId="478"/>
          <ac:picMkLst>
            <pc:docMk/>
            <pc:sldMk cId="3736014288" sldId="305"/>
            <ac:picMk id="23" creationId="{187D4138-CA0D-9D02-9E74-9FF67684B4EE}"/>
          </ac:picMkLst>
        </pc:picChg>
        <pc:picChg chg="add del mod">
          <ac:chgData name="Yoonpyo Hong" userId="0954e97c-29e5-4073-92b7-835ff620f192" providerId="ADAL" clId="{2100B5DF-C4BD-48B2-8583-B68488FE409B}" dt="2026-06-03T14:29:31.480" v="1545" actId="478"/>
          <ac:picMkLst>
            <pc:docMk/>
            <pc:sldMk cId="3736014288" sldId="305"/>
            <ac:picMk id="25" creationId="{38F56B7C-D911-A50C-A164-99FF24B6A98D}"/>
          </ac:picMkLst>
        </pc:picChg>
        <pc:picChg chg="add del mod">
          <ac:chgData name="Yoonpyo Hong" userId="0954e97c-29e5-4073-92b7-835ff620f192" providerId="ADAL" clId="{2100B5DF-C4BD-48B2-8583-B68488FE409B}" dt="2026-06-03T14:29:32.085" v="1546" actId="478"/>
          <ac:picMkLst>
            <pc:docMk/>
            <pc:sldMk cId="3736014288" sldId="305"/>
            <ac:picMk id="27" creationId="{D65E3D61-FCAC-9A64-3FA0-0D7D1840E8E1}"/>
          </ac:picMkLst>
        </pc:picChg>
        <pc:picChg chg="add mod">
          <ac:chgData name="Yoonpyo Hong" userId="0954e97c-29e5-4073-92b7-835ff620f192" providerId="ADAL" clId="{2100B5DF-C4BD-48B2-8583-B68488FE409B}" dt="2026-06-03T15:29:15.022" v="2273" actId="14100"/>
          <ac:picMkLst>
            <pc:docMk/>
            <pc:sldMk cId="3736014288" sldId="305"/>
            <ac:picMk id="29" creationId="{63F75AEE-F951-448B-3EAB-D96BE15E84B2}"/>
          </ac:picMkLst>
        </pc:picChg>
      </pc:sldChg>
      <pc:sldChg chg="addSp delSp modSp add mod">
        <pc:chgData name="Yoonpyo Hong" userId="0954e97c-29e5-4073-92b7-835ff620f192" providerId="ADAL" clId="{2100B5DF-C4BD-48B2-8583-B68488FE409B}" dt="2026-06-03T15:39:10.434" v="2430"/>
        <pc:sldMkLst>
          <pc:docMk/>
          <pc:sldMk cId="1294545077" sldId="306"/>
        </pc:sldMkLst>
        <pc:spChg chg="mod">
          <ac:chgData name="Yoonpyo Hong" userId="0954e97c-29e5-4073-92b7-835ff620f192" providerId="ADAL" clId="{2100B5DF-C4BD-48B2-8583-B68488FE409B}" dt="2026-06-03T13:45:11.320" v="1327" actId="2711"/>
          <ac:spMkLst>
            <pc:docMk/>
            <pc:sldMk cId="1294545077" sldId="306"/>
            <ac:spMk id="2" creationId="{29168EF5-43BD-D9E9-BB15-12CD64C5582B}"/>
          </ac:spMkLst>
        </pc:spChg>
        <pc:spChg chg="del">
          <ac:chgData name="Yoonpyo Hong" userId="0954e97c-29e5-4073-92b7-835ff620f192" providerId="ADAL" clId="{2100B5DF-C4BD-48B2-8583-B68488FE409B}" dt="2026-06-03T13:24:34.105" v="1017" actId="478"/>
          <ac:spMkLst>
            <pc:docMk/>
            <pc:sldMk cId="1294545077" sldId="306"/>
            <ac:spMk id="4" creationId="{AB91B2A8-6D49-5F9F-5215-7E03CA8B4E10}"/>
          </ac:spMkLst>
        </pc:spChg>
        <pc:spChg chg="add mod">
          <ac:chgData name="Yoonpyo Hong" userId="0954e97c-29e5-4073-92b7-835ff620f192" providerId="ADAL" clId="{2100B5DF-C4BD-48B2-8583-B68488FE409B}" dt="2026-06-03T14:52:44.451" v="1947" actId="1076"/>
          <ac:spMkLst>
            <pc:docMk/>
            <pc:sldMk cId="1294545077" sldId="306"/>
            <ac:spMk id="4" creationId="{E188F4AD-CE19-78A8-7CF8-E986903A031A}"/>
          </ac:spMkLst>
        </pc:spChg>
        <pc:spChg chg="del">
          <ac:chgData name="Yoonpyo Hong" userId="0954e97c-29e5-4073-92b7-835ff620f192" providerId="ADAL" clId="{2100B5DF-C4BD-48B2-8583-B68488FE409B}" dt="2026-06-03T13:24:34.105" v="1017" actId="478"/>
          <ac:spMkLst>
            <pc:docMk/>
            <pc:sldMk cId="1294545077" sldId="306"/>
            <ac:spMk id="6" creationId="{248F425D-2768-D6F7-A311-F8D9115C55C4}"/>
          </ac:spMkLst>
        </pc:spChg>
        <pc:spChg chg="add del">
          <ac:chgData name="Yoonpyo Hong" userId="0954e97c-29e5-4073-92b7-835ff620f192" providerId="ADAL" clId="{2100B5DF-C4BD-48B2-8583-B68488FE409B}" dt="2026-06-03T14:43:01.421" v="1648" actId="478"/>
          <ac:spMkLst>
            <pc:docMk/>
            <pc:sldMk cId="1294545077" sldId="306"/>
            <ac:spMk id="10" creationId="{30899E2F-39E3-9B3A-967F-BB05BD861A9E}"/>
          </ac:spMkLst>
        </pc:spChg>
        <pc:spChg chg="add mod">
          <ac:chgData name="Yoonpyo Hong" userId="0954e97c-29e5-4073-92b7-835ff620f192" providerId="ADAL" clId="{2100B5DF-C4BD-48B2-8583-B68488FE409B}" dt="2026-06-03T15:34:44.465" v="2401" actId="1036"/>
          <ac:spMkLst>
            <pc:docMk/>
            <pc:sldMk cId="1294545077" sldId="306"/>
            <ac:spMk id="17" creationId="{9663C873-06CD-B8C4-B752-A5B847CD4936}"/>
          </ac:spMkLst>
        </pc:spChg>
        <pc:spChg chg="add mod">
          <ac:chgData name="Yoonpyo Hong" userId="0954e97c-29e5-4073-92b7-835ff620f192" providerId="ADAL" clId="{2100B5DF-C4BD-48B2-8583-B68488FE409B}" dt="2026-06-03T15:34:15.718" v="2384" actId="6549"/>
          <ac:spMkLst>
            <pc:docMk/>
            <pc:sldMk cId="1294545077" sldId="306"/>
            <ac:spMk id="19" creationId="{C25D94D3-3A2C-F922-FA23-EEF4F653E9B0}"/>
          </ac:spMkLst>
        </pc:spChg>
        <pc:graphicFrameChg chg="del">
          <ac:chgData name="Yoonpyo Hong" userId="0954e97c-29e5-4073-92b7-835ff620f192" providerId="ADAL" clId="{2100B5DF-C4BD-48B2-8583-B68488FE409B}" dt="2026-06-03T13:24:34.105" v="1017" actId="478"/>
          <ac:graphicFrameMkLst>
            <pc:docMk/>
            <pc:sldMk cId="1294545077" sldId="306"/>
            <ac:graphicFrameMk id="7" creationId="{963AD225-9C5E-D2D7-665A-2C9B3064A49C}"/>
          </ac:graphicFrameMkLst>
        </pc:graphicFrameChg>
        <pc:graphicFrameChg chg="del">
          <ac:chgData name="Yoonpyo Hong" userId="0954e97c-29e5-4073-92b7-835ff620f192" providerId="ADAL" clId="{2100B5DF-C4BD-48B2-8583-B68488FE409B}" dt="2026-06-03T13:24:34.105" v="1017" actId="478"/>
          <ac:graphicFrameMkLst>
            <pc:docMk/>
            <pc:sldMk cId="1294545077" sldId="306"/>
            <ac:graphicFrameMk id="10" creationId="{F43E9D77-BA5A-A3E3-50A1-683276E0AB7D}"/>
          </ac:graphicFrameMkLst>
        </pc:graphicFrameChg>
        <pc:graphicFrameChg chg="add mod modGraphic">
          <ac:chgData name="Yoonpyo Hong" userId="0954e97c-29e5-4073-92b7-835ff620f192" providerId="ADAL" clId="{2100B5DF-C4BD-48B2-8583-B68488FE409B}" dt="2026-06-03T15:34:51.496" v="2402" actId="1076"/>
          <ac:graphicFrameMkLst>
            <pc:docMk/>
            <pc:sldMk cId="1294545077" sldId="306"/>
            <ac:graphicFrameMk id="12" creationId="{2A8A216A-1FEB-13B5-3363-2C45C8817B38}"/>
          </ac:graphicFrameMkLst>
        </pc:graphicFrameChg>
        <pc:graphicFrameChg chg="add mod modGraphic">
          <ac:chgData name="Yoonpyo Hong" userId="0954e97c-29e5-4073-92b7-835ff620f192" providerId="ADAL" clId="{2100B5DF-C4BD-48B2-8583-B68488FE409B}" dt="2026-06-03T15:39:10.434" v="2430"/>
          <ac:graphicFrameMkLst>
            <pc:docMk/>
            <pc:sldMk cId="1294545077" sldId="306"/>
            <ac:graphicFrameMk id="14" creationId="{1F45B8F8-4ED1-CFAE-8B35-0AECCD8E30E2}"/>
          </ac:graphicFrameMkLst>
        </pc:graphicFrameChg>
        <pc:graphicFrameChg chg="add mod modGraphic">
          <ac:chgData name="Yoonpyo Hong" userId="0954e97c-29e5-4073-92b7-835ff620f192" providerId="ADAL" clId="{2100B5DF-C4BD-48B2-8583-B68488FE409B}" dt="2026-06-03T15:34:44.465" v="2401" actId="1036"/>
          <ac:graphicFrameMkLst>
            <pc:docMk/>
            <pc:sldMk cId="1294545077" sldId="306"/>
            <ac:graphicFrameMk id="15" creationId="{2AD81376-3EC3-6D85-6A5E-668F5E6C06A7}"/>
          </ac:graphicFrameMkLst>
        </pc:graphicFrameChg>
        <pc:graphicFrameChg chg="add mod modGraphic">
          <ac:chgData name="Yoonpyo Hong" userId="0954e97c-29e5-4073-92b7-835ff620f192" providerId="ADAL" clId="{2100B5DF-C4BD-48B2-8583-B68488FE409B}" dt="2026-06-03T15:34:44.465" v="2401" actId="1036"/>
          <ac:graphicFrameMkLst>
            <pc:docMk/>
            <pc:sldMk cId="1294545077" sldId="306"/>
            <ac:graphicFrameMk id="16" creationId="{171EF207-EDAA-3C4A-522D-C15BB1D64A46}"/>
          </ac:graphicFrameMkLst>
        </pc:graphicFrameChg>
        <pc:graphicFrameChg chg="add mod modGraphic">
          <ac:chgData name="Yoonpyo Hong" userId="0954e97c-29e5-4073-92b7-835ff620f192" providerId="ADAL" clId="{2100B5DF-C4BD-48B2-8583-B68488FE409B}" dt="2026-06-03T15:33:45.286" v="2377" actId="14100"/>
          <ac:graphicFrameMkLst>
            <pc:docMk/>
            <pc:sldMk cId="1294545077" sldId="306"/>
            <ac:graphicFrameMk id="21" creationId="{286D0361-26EB-719D-CCA8-8A9C822A9BDF}"/>
          </ac:graphicFrameMkLst>
        </pc:graphicFrameChg>
        <pc:picChg chg="add mod">
          <ac:chgData name="Yoonpyo Hong" userId="0954e97c-29e5-4073-92b7-835ff620f192" providerId="ADAL" clId="{2100B5DF-C4BD-48B2-8583-B68488FE409B}" dt="2026-06-03T15:32:56.151" v="2328" actId="1036"/>
          <ac:picMkLst>
            <pc:docMk/>
            <pc:sldMk cId="1294545077" sldId="306"/>
            <ac:picMk id="6" creationId="{1D926391-CF63-C8B8-A0B9-6713AA965AD5}"/>
          </ac:picMkLst>
        </pc:picChg>
        <pc:picChg chg="add del mod">
          <ac:chgData name="Yoonpyo Hong" userId="0954e97c-29e5-4073-92b7-835ff620f192" providerId="ADAL" clId="{2100B5DF-C4BD-48B2-8583-B68488FE409B}" dt="2026-06-03T14:52:57.886" v="1949" actId="478"/>
          <ac:picMkLst>
            <pc:docMk/>
            <pc:sldMk cId="1294545077" sldId="306"/>
            <ac:picMk id="8" creationId="{AB6B4D89-ED63-0E32-56F0-62251351B5E1}"/>
          </ac:picMkLst>
        </pc:picChg>
      </pc:sldChg>
      <pc:sldChg chg="add del">
        <pc:chgData name="Yoonpyo Hong" userId="0954e97c-29e5-4073-92b7-835ff620f192" providerId="ADAL" clId="{2100B5DF-C4BD-48B2-8583-B68488FE409B}" dt="2026-06-03T14:38:48.318" v="1570" actId="47"/>
        <pc:sldMkLst>
          <pc:docMk/>
          <pc:sldMk cId="1828749317" sldId="30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06DDB3-9E6A-4988-B8EA-D8CC100B5096}" type="doc">
      <dgm:prSet loTypeId="urn:microsoft.com/office/officeart/2005/8/layout/hList1" loCatId="list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95AF5B2-A473-468B-97C8-5C809384396A}">
      <dgm:prSet phldrT="[Text]" phldr="0"/>
      <dgm:spPr/>
      <dgm:t>
        <a:bodyPr/>
        <a:lstStyle/>
        <a:p>
          <a:r>
            <a:rPr lang="en-US" dirty="0">
              <a:latin typeface="Malgun Gothic (Body)"/>
            </a:rPr>
            <a:t>Teacher (FT)</a:t>
          </a:r>
        </a:p>
      </dgm:t>
    </dgm:pt>
    <dgm:pt modelId="{0F9D18CA-3AF9-4314-AD2E-4B747B352A2D}" type="parTrans" cxnId="{FC12E714-EED1-496F-A831-3993CDC5176B}">
      <dgm:prSet/>
      <dgm:spPr/>
      <dgm:t>
        <a:bodyPr/>
        <a:lstStyle/>
        <a:p>
          <a:endParaRPr lang="en-US"/>
        </a:p>
      </dgm:t>
    </dgm:pt>
    <dgm:pt modelId="{8C9C2D3C-3646-4D3A-AFEF-A91C6F723937}" type="sibTrans" cxnId="{FC12E714-EED1-496F-A831-3993CDC5176B}">
      <dgm:prSet/>
      <dgm:spPr/>
      <dgm:t>
        <a:bodyPr/>
        <a:lstStyle/>
        <a:p>
          <a:endParaRPr lang="en-US"/>
        </a:p>
      </dgm:t>
    </dgm:pt>
    <dgm:pt modelId="{830C5397-2702-4A89-9C64-8879CCA28550}">
      <dgm:prSet phldrT="[Text]" custT="1"/>
      <dgm:spPr/>
      <dgm:t>
        <a:bodyPr anchor="ctr"/>
        <a:lstStyle/>
        <a:p>
          <a:pPr algn="ctr">
            <a:buFontTx/>
            <a:buNone/>
          </a:pPr>
          <a:r>
            <a:rPr lang="ko-KR" altLang="en-US" sz="1800" dirty="0">
              <a:latin typeface="+mn-ea"/>
              <a:ea typeface="+mn-ea"/>
            </a:rPr>
            <a:t>도메인 </a:t>
          </a:r>
          <a:r>
            <a:rPr lang="en-US" altLang="ko-KR" sz="1800" dirty="0">
              <a:latin typeface="+mn-ea"/>
              <a:ea typeface="+mn-ea"/>
            </a:rPr>
            <a:t>FT </a:t>
          </a:r>
          <a:r>
            <a:rPr lang="ko-KR" altLang="en-US" sz="1800" dirty="0">
              <a:latin typeface="+mn-ea"/>
              <a:ea typeface="+mn-ea"/>
            </a:rPr>
            <a:t>후 </a:t>
          </a:r>
          <a:r>
            <a:rPr lang="en-US" altLang="ko-KR" sz="1800" dirty="0">
              <a:latin typeface="+mn-ea"/>
              <a:ea typeface="+mn-ea"/>
            </a:rPr>
            <a:t>Frozen</a:t>
          </a:r>
          <a:endParaRPr lang="en-US" sz="1800" dirty="0">
            <a:latin typeface="+mn-ea"/>
            <a:ea typeface="+mn-ea"/>
          </a:endParaRPr>
        </a:p>
      </dgm:t>
    </dgm:pt>
    <dgm:pt modelId="{707FAD4F-03C5-41F2-BFC4-919A1A1352BB}" type="parTrans" cxnId="{DDE18C77-0463-4413-AADA-31070D835315}">
      <dgm:prSet/>
      <dgm:spPr/>
      <dgm:t>
        <a:bodyPr/>
        <a:lstStyle/>
        <a:p>
          <a:endParaRPr lang="en-US"/>
        </a:p>
      </dgm:t>
    </dgm:pt>
    <dgm:pt modelId="{F38173FC-C266-4E17-BC3B-BE04583763E4}" type="sibTrans" cxnId="{DDE18C77-0463-4413-AADA-31070D835315}">
      <dgm:prSet/>
      <dgm:spPr/>
      <dgm:t>
        <a:bodyPr/>
        <a:lstStyle/>
        <a:p>
          <a:endParaRPr lang="en-US"/>
        </a:p>
      </dgm:t>
    </dgm:pt>
    <dgm:pt modelId="{4E0688E6-8A74-457C-A53C-C6FF0B9AA004}">
      <dgm:prSet phldrT="[Text]"/>
      <dgm:spPr/>
      <dgm:t>
        <a:bodyPr/>
        <a:lstStyle/>
        <a:p>
          <a:r>
            <a:rPr lang="en-US" dirty="0">
              <a:latin typeface="Malgun Gothic (Body)"/>
            </a:rPr>
            <a:t>Student (KD)</a:t>
          </a:r>
        </a:p>
      </dgm:t>
    </dgm:pt>
    <dgm:pt modelId="{9F2B2A06-0550-4B06-B9AB-9172ACD27CB4}" type="parTrans" cxnId="{B98D93A1-414D-4234-8FA8-B313D57075BC}">
      <dgm:prSet/>
      <dgm:spPr/>
      <dgm:t>
        <a:bodyPr/>
        <a:lstStyle/>
        <a:p>
          <a:endParaRPr lang="en-US"/>
        </a:p>
      </dgm:t>
    </dgm:pt>
    <dgm:pt modelId="{DD86A733-D53B-45A4-A3C4-11D208EBFCF8}" type="sibTrans" cxnId="{B98D93A1-414D-4234-8FA8-B313D57075BC}">
      <dgm:prSet/>
      <dgm:spPr/>
      <dgm:t>
        <a:bodyPr/>
        <a:lstStyle/>
        <a:p>
          <a:endParaRPr lang="en-US"/>
        </a:p>
      </dgm:t>
    </dgm:pt>
    <dgm:pt modelId="{3FD63F98-8912-437A-BB6B-0218F70198FF}">
      <dgm:prSet phldrT="[Text]" custT="1"/>
      <dgm:spPr/>
      <dgm:t>
        <a:bodyPr anchor="ctr"/>
        <a:lstStyle/>
        <a:p>
          <a:pPr algn="ctr">
            <a:buFontTx/>
            <a:buNone/>
          </a:pPr>
          <a:r>
            <a:rPr lang="en-US" sz="1800" dirty="0">
              <a:latin typeface="+mn-ea"/>
              <a:ea typeface="+mn-ea"/>
            </a:rPr>
            <a:t>KD Loss + CE </a:t>
          </a:r>
          <a:r>
            <a:rPr lang="ko-KR" altLang="en-US" sz="1800" dirty="0">
              <a:latin typeface="+mn-ea"/>
              <a:ea typeface="+mn-ea"/>
            </a:rPr>
            <a:t>학습</a:t>
          </a:r>
          <a:endParaRPr lang="en-US" sz="1800" dirty="0">
            <a:latin typeface="+mn-ea"/>
            <a:ea typeface="+mn-ea"/>
          </a:endParaRPr>
        </a:p>
      </dgm:t>
    </dgm:pt>
    <dgm:pt modelId="{DF62AC7C-C04A-4B51-B955-63779B09F970}" type="parTrans" cxnId="{B2FBDB34-A4A9-4CDA-846A-38A442A3F9DD}">
      <dgm:prSet/>
      <dgm:spPr/>
      <dgm:t>
        <a:bodyPr/>
        <a:lstStyle/>
        <a:p>
          <a:endParaRPr lang="en-US"/>
        </a:p>
      </dgm:t>
    </dgm:pt>
    <dgm:pt modelId="{063580FE-819A-4CE3-8A73-93A5D28A532D}" type="sibTrans" cxnId="{B2FBDB34-A4A9-4CDA-846A-38A442A3F9DD}">
      <dgm:prSet/>
      <dgm:spPr/>
      <dgm:t>
        <a:bodyPr/>
        <a:lstStyle/>
        <a:p>
          <a:endParaRPr lang="en-US"/>
        </a:p>
      </dgm:t>
    </dgm:pt>
    <dgm:pt modelId="{DEAB5E50-1A32-4E52-9B06-EA2C9B512D5D}">
      <dgm:prSet phldrT="[Text]" phldr="0"/>
      <dgm:spPr/>
      <dgm:t>
        <a:bodyPr/>
        <a:lstStyle/>
        <a:p>
          <a:r>
            <a:rPr lang="en-US" dirty="0">
              <a:latin typeface="Malgun Gothic (Body)"/>
            </a:rPr>
            <a:t>Student (FT)</a:t>
          </a:r>
        </a:p>
      </dgm:t>
    </dgm:pt>
    <dgm:pt modelId="{C84A55D0-C26B-4C4A-A419-25F5022F1989}" type="parTrans" cxnId="{4FB83509-D0B1-4A18-9381-9C9FED78E58D}">
      <dgm:prSet/>
      <dgm:spPr/>
      <dgm:t>
        <a:bodyPr/>
        <a:lstStyle/>
        <a:p>
          <a:endParaRPr lang="en-US"/>
        </a:p>
      </dgm:t>
    </dgm:pt>
    <dgm:pt modelId="{F99D1F9E-BCCB-47C1-93B3-516CEA84F47C}" type="sibTrans" cxnId="{4FB83509-D0B1-4A18-9381-9C9FED78E58D}">
      <dgm:prSet/>
      <dgm:spPr/>
      <dgm:t>
        <a:bodyPr/>
        <a:lstStyle/>
        <a:p>
          <a:endParaRPr lang="en-US"/>
        </a:p>
      </dgm:t>
    </dgm:pt>
    <dgm:pt modelId="{1E1B0D24-C0C0-413C-80B0-E67C723BE305}">
      <dgm:prSet phldrT="[Text]" custT="1"/>
      <dgm:spPr/>
      <dgm:t>
        <a:bodyPr anchor="ctr"/>
        <a:lstStyle/>
        <a:p>
          <a:pPr algn="ctr">
            <a:buFontTx/>
            <a:buNone/>
          </a:pPr>
          <a:r>
            <a:rPr lang="en-US" sz="1800" dirty="0">
              <a:latin typeface="+mn-ea"/>
              <a:ea typeface="+mn-ea"/>
            </a:rPr>
            <a:t>CE Loss</a:t>
          </a:r>
          <a:r>
            <a:rPr lang="ko-KR" altLang="en-US" sz="1800" dirty="0">
              <a:latin typeface="+mn-ea"/>
              <a:ea typeface="+mn-ea"/>
            </a:rPr>
            <a:t>만 학습</a:t>
          </a:r>
          <a:endParaRPr lang="en-US" sz="1800" dirty="0">
            <a:latin typeface="+mn-ea"/>
            <a:ea typeface="+mn-ea"/>
          </a:endParaRPr>
        </a:p>
      </dgm:t>
    </dgm:pt>
    <dgm:pt modelId="{8898FA6C-21B2-4FA9-BD88-7048355D24AF}" type="parTrans" cxnId="{5EE79740-EA23-401A-B843-D9C23D51DE50}">
      <dgm:prSet/>
      <dgm:spPr/>
      <dgm:t>
        <a:bodyPr/>
        <a:lstStyle/>
        <a:p>
          <a:endParaRPr lang="en-US"/>
        </a:p>
      </dgm:t>
    </dgm:pt>
    <dgm:pt modelId="{64325906-310E-4048-B5A5-A1C6C7E3B21E}" type="sibTrans" cxnId="{5EE79740-EA23-401A-B843-D9C23D51DE50}">
      <dgm:prSet/>
      <dgm:spPr/>
      <dgm:t>
        <a:bodyPr/>
        <a:lstStyle/>
        <a:p>
          <a:endParaRPr lang="en-US"/>
        </a:p>
      </dgm:t>
    </dgm:pt>
    <dgm:pt modelId="{F0E0361D-047F-4E9C-8183-B894162AD339}">
      <dgm:prSet phldrT="[Text]"/>
      <dgm:spPr/>
      <dgm:t>
        <a:bodyPr/>
        <a:lstStyle/>
        <a:p>
          <a:r>
            <a:rPr lang="en-US" dirty="0">
              <a:latin typeface="Malgun Gothic (Body)"/>
            </a:rPr>
            <a:t>Student (Base)</a:t>
          </a:r>
        </a:p>
      </dgm:t>
    </dgm:pt>
    <dgm:pt modelId="{017F970E-218F-4395-9311-2DEF1473C89E}" type="parTrans" cxnId="{F9716E3F-95C2-43DA-8A9D-423CEA7D615A}">
      <dgm:prSet/>
      <dgm:spPr/>
      <dgm:t>
        <a:bodyPr/>
        <a:lstStyle/>
        <a:p>
          <a:endParaRPr lang="en-US"/>
        </a:p>
      </dgm:t>
    </dgm:pt>
    <dgm:pt modelId="{9C96ABCA-2AA6-499A-9CA8-D12A1B96587F}" type="sibTrans" cxnId="{F9716E3F-95C2-43DA-8A9D-423CEA7D615A}">
      <dgm:prSet/>
      <dgm:spPr/>
      <dgm:t>
        <a:bodyPr/>
        <a:lstStyle/>
        <a:p>
          <a:endParaRPr lang="en-US"/>
        </a:p>
      </dgm:t>
    </dgm:pt>
    <dgm:pt modelId="{85D94B5B-B05F-4DC3-90C5-3E2D59A5FAE2}">
      <dgm:prSet phldrT="[Text]" custT="1"/>
      <dgm:spPr/>
      <dgm:t>
        <a:bodyPr anchor="ctr"/>
        <a:lstStyle/>
        <a:p>
          <a:pPr algn="ctr">
            <a:buFontTx/>
            <a:buNone/>
          </a:pPr>
          <a:r>
            <a:rPr lang="ko-KR" altLang="en-US" sz="1800" dirty="0">
              <a:latin typeface="+mn-ea"/>
              <a:ea typeface="+mn-ea"/>
            </a:rPr>
            <a:t>추가 학습 없음</a:t>
          </a:r>
          <a:endParaRPr lang="en-US" sz="1800" dirty="0">
            <a:latin typeface="+mn-ea"/>
            <a:ea typeface="+mn-ea"/>
          </a:endParaRPr>
        </a:p>
      </dgm:t>
    </dgm:pt>
    <dgm:pt modelId="{88DD03F8-1E35-419F-B189-9302AC7354F9}" type="parTrans" cxnId="{5B72217F-1057-4ADB-8127-544EDC4D8305}">
      <dgm:prSet/>
      <dgm:spPr/>
      <dgm:t>
        <a:bodyPr/>
        <a:lstStyle/>
        <a:p>
          <a:endParaRPr lang="en-US"/>
        </a:p>
      </dgm:t>
    </dgm:pt>
    <dgm:pt modelId="{8BDA6667-3856-47D6-AE3A-EC9ED5C77349}" type="sibTrans" cxnId="{5B72217F-1057-4ADB-8127-544EDC4D8305}">
      <dgm:prSet/>
      <dgm:spPr/>
      <dgm:t>
        <a:bodyPr/>
        <a:lstStyle/>
        <a:p>
          <a:endParaRPr lang="en-US"/>
        </a:p>
      </dgm:t>
    </dgm:pt>
    <dgm:pt modelId="{386EF14C-4253-4894-B046-CA239612B4AE}" type="pres">
      <dgm:prSet presAssocID="{5306DDB3-9E6A-4988-B8EA-D8CC100B5096}" presName="Name0" presStyleCnt="0">
        <dgm:presLayoutVars>
          <dgm:dir/>
          <dgm:animLvl val="lvl"/>
          <dgm:resizeHandles val="exact"/>
        </dgm:presLayoutVars>
      </dgm:prSet>
      <dgm:spPr/>
    </dgm:pt>
    <dgm:pt modelId="{4B6CD029-1846-47C9-A075-A9966174CED6}" type="pres">
      <dgm:prSet presAssocID="{F95AF5B2-A473-468B-97C8-5C809384396A}" presName="composite" presStyleCnt="0"/>
      <dgm:spPr/>
    </dgm:pt>
    <dgm:pt modelId="{7C85041B-2C87-4049-BCDB-2139BC019471}" type="pres">
      <dgm:prSet presAssocID="{F95AF5B2-A473-468B-97C8-5C809384396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CE593DE2-A3EA-4C87-82CA-86D998CD471C}" type="pres">
      <dgm:prSet presAssocID="{F95AF5B2-A473-468B-97C8-5C809384396A}" presName="desTx" presStyleLbl="alignAccFollowNode1" presStyleIdx="0" presStyleCnt="4">
        <dgm:presLayoutVars>
          <dgm:bulletEnabled val="1"/>
        </dgm:presLayoutVars>
      </dgm:prSet>
      <dgm:spPr/>
    </dgm:pt>
    <dgm:pt modelId="{F267374B-9D1D-4B43-B1C2-1BB5073FB6FF}" type="pres">
      <dgm:prSet presAssocID="{8C9C2D3C-3646-4D3A-AFEF-A91C6F723937}" presName="space" presStyleCnt="0"/>
      <dgm:spPr/>
    </dgm:pt>
    <dgm:pt modelId="{F3B1AC1C-9056-45D1-8050-FF5A4C4EB2CD}" type="pres">
      <dgm:prSet presAssocID="{4E0688E6-8A74-457C-A53C-C6FF0B9AA004}" presName="composite" presStyleCnt="0"/>
      <dgm:spPr/>
    </dgm:pt>
    <dgm:pt modelId="{039DE657-1E69-4A53-B322-48A34A0AEDAD}" type="pres">
      <dgm:prSet presAssocID="{4E0688E6-8A74-457C-A53C-C6FF0B9AA00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ED835F1-1724-4F3F-9A6F-51D6B4FE1D5C}" type="pres">
      <dgm:prSet presAssocID="{4E0688E6-8A74-457C-A53C-C6FF0B9AA004}" presName="desTx" presStyleLbl="alignAccFollowNode1" presStyleIdx="1" presStyleCnt="4">
        <dgm:presLayoutVars>
          <dgm:bulletEnabled val="1"/>
        </dgm:presLayoutVars>
      </dgm:prSet>
      <dgm:spPr/>
    </dgm:pt>
    <dgm:pt modelId="{B82B3802-3B1F-4BE0-840C-8C5BF4704CF7}" type="pres">
      <dgm:prSet presAssocID="{DD86A733-D53B-45A4-A3C4-11D208EBFCF8}" presName="space" presStyleCnt="0"/>
      <dgm:spPr/>
    </dgm:pt>
    <dgm:pt modelId="{9E4EA9EE-7049-4138-BA00-0DDC755D64AB}" type="pres">
      <dgm:prSet presAssocID="{DEAB5E50-1A32-4E52-9B06-EA2C9B512D5D}" presName="composite" presStyleCnt="0"/>
      <dgm:spPr/>
    </dgm:pt>
    <dgm:pt modelId="{D2235CAB-4B8B-4D7D-83F0-27C60729B4A6}" type="pres">
      <dgm:prSet presAssocID="{DEAB5E50-1A32-4E52-9B06-EA2C9B512D5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E629EAD-21F6-4CFF-B5CD-D488CE0EF9FA}" type="pres">
      <dgm:prSet presAssocID="{DEAB5E50-1A32-4E52-9B06-EA2C9B512D5D}" presName="desTx" presStyleLbl="alignAccFollowNode1" presStyleIdx="2" presStyleCnt="4">
        <dgm:presLayoutVars>
          <dgm:bulletEnabled val="1"/>
        </dgm:presLayoutVars>
      </dgm:prSet>
      <dgm:spPr/>
    </dgm:pt>
    <dgm:pt modelId="{0646D411-6888-4738-8EF6-A1075ED736A9}" type="pres">
      <dgm:prSet presAssocID="{F99D1F9E-BCCB-47C1-93B3-516CEA84F47C}" presName="space" presStyleCnt="0"/>
      <dgm:spPr/>
    </dgm:pt>
    <dgm:pt modelId="{7D936C3E-D180-406F-AE76-A2748E1CA39E}" type="pres">
      <dgm:prSet presAssocID="{F0E0361D-047F-4E9C-8183-B894162AD339}" presName="composite" presStyleCnt="0"/>
      <dgm:spPr/>
    </dgm:pt>
    <dgm:pt modelId="{79D712C4-DFE0-4099-AC60-45DD22B9C419}" type="pres">
      <dgm:prSet presAssocID="{F0E0361D-047F-4E9C-8183-B894162AD339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F62DA05-F669-4CC9-936B-403532CBC869}" type="pres">
      <dgm:prSet presAssocID="{F0E0361D-047F-4E9C-8183-B894162AD339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CA8ABE07-C4C9-451A-98FD-571B847AF96C}" type="presOf" srcId="{F95AF5B2-A473-468B-97C8-5C809384396A}" destId="{7C85041B-2C87-4049-BCDB-2139BC019471}" srcOrd="0" destOrd="0" presId="urn:microsoft.com/office/officeart/2005/8/layout/hList1"/>
    <dgm:cxn modelId="{4FB83509-D0B1-4A18-9381-9C9FED78E58D}" srcId="{5306DDB3-9E6A-4988-B8EA-D8CC100B5096}" destId="{DEAB5E50-1A32-4E52-9B06-EA2C9B512D5D}" srcOrd="2" destOrd="0" parTransId="{C84A55D0-C26B-4C4A-A419-25F5022F1989}" sibTransId="{F99D1F9E-BCCB-47C1-93B3-516CEA84F47C}"/>
    <dgm:cxn modelId="{DDAAC80A-8EDB-4BC7-9BAB-5BD73128F1CD}" type="presOf" srcId="{830C5397-2702-4A89-9C64-8879CCA28550}" destId="{CE593DE2-A3EA-4C87-82CA-86D998CD471C}" srcOrd="0" destOrd="0" presId="urn:microsoft.com/office/officeart/2005/8/layout/hList1"/>
    <dgm:cxn modelId="{FC12E714-EED1-496F-A831-3993CDC5176B}" srcId="{5306DDB3-9E6A-4988-B8EA-D8CC100B5096}" destId="{F95AF5B2-A473-468B-97C8-5C809384396A}" srcOrd="0" destOrd="0" parTransId="{0F9D18CA-3AF9-4314-AD2E-4B747B352A2D}" sibTransId="{8C9C2D3C-3646-4D3A-AFEF-A91C6F723937}"/>
    <dgm:cxn modelId="{16F4F818-1CFF-4FFB-9659-726088CEE94D}" type="presOf" srcId="{F0E0361D-047F-4E9C-8183-B894162AD339}" destId="{79D712C4-DFE0-4099-AC60-45DD22B9C419}" srcOrd="0" destOrd="0" presId="urn:microsoft.com/office/officeart/2005/8/layout/hList1"/>
    <dgm:cxn modelId="{BA55341F-0F38-4921-A185-0363BBA75C36}" type="presOf" srcId="{DEAB5E50-1A32-4E52-9B06-EA2C9B512D5D}" destId="{D2235CAB-4B8B-4D7D-83F0-27C60729B4A6}" srcOrd="0" destOrd="0" presId="urn:microsoft.com/office/officeart/2005/8/layout/hList1"/>
    <dgm:cxn modelId="{04B3252D-870C-4A46-9768-34991D887131}" type="presOf" srcId="{3FD63F98-8912-437A-BB6B-0218F70198FF}" destId="{AED835F1-1724-4F3F-9A6F-51D6B4FE1D5C}" srcOrd="0" destOrd="0" presId="urn:microsoft.com/office/officeart/2005/8/layout/hList1"/>
    <dgm:cxn modelId="{B2FBDB34-A4A9-4CDA-846A-38A442A3F9DD}" srcId="{4E0688E6-8A74-457C-A53C-C6FF0B9AA004}" destId="{3FD63F98-8912-437A-BB6B-0218F70198FF}" srcOrd="0" destOrd="0" parTransId="{DF62AC7C-C04A-4B51-B955-63779B09F970}" sibTransId="{063580FE-819A-4CE3-8A73-93A5D28A532D}"/>
    <dgm:cxn modelId="{F9716E3F-95C2-43DA-8A9D-423CEA7D615A}" srcId="{5306DDB3-9E6A-4988-B8EA-D8CC100B5096}" destId="{F0E0361D-047F-4E9C-8183-B894162AD339}" srcOrd="3" destOrd="0" parTransId="{017F970E-218F-4395-9311-2DEF1473C89E}" sibTransId="{9C96ABCA-2AA6-499A-9CA8-D12A1B96587F}"/>
    <dgm:cxn modelId="{5EE79740-EA23-401A-B843-D9C23D51DE50}" srcId="{DEAB5E50-1A32-4E52-9B06-EA2C9B512D5D}" destId="{1E1B0D24-C0C0-413C-80B0-E67C723BE305}" srcOrd="0" destOrd="0" parTransId="{8898FA6C-21B2-4FA9-BD88-7048355D24AF}" sibTransId="{64325906-310E-4048-B5A5-A1C6C7E3B21E}"/>
    <dgm:cxn modelId="{DDE18C77-0463-4413-AADA-31070D835315}" srcId="{F95AF5B2-A473-468B-97C8-5C809384396A}" destId="{830C5397-2702-4A89-9C64-8879CCA28550}" srcOrd="0" destOrd="0" parTransId="{707FAD4F-03C5-41F2-BFC4-919A1A1352BB}" sibTransId="{F38173FC-C266-4E17-BC3B-BE04583763E4}"/>
    <dgm:cxn modelId="{5B72217F-1057-4ADB-8127-544EDC4D8305}" srcId="{F0E0361D-047F-4E9C-8183-B894162AD339}" destId="{85D94B5B-B05F-4DC3-90C5-3E2D59A5FAE2}" srcOrd="0" destOrd="0" parTransId="{88DD03F8-1E35-419F-B189-9302AC7354F9}" sibTransId="{8BDA6667-3856-47D6-AE3A-EC9ED5C77349}"/>
    <dgm:cxn modelId="{B98D93A1-414D-4234-8FA8-B313D57075BC}" srcId="{5306DDB3-9E6A-4988-B8EA-D8CC100B5096}" destId="{4E0688E6-8A74-457C-A53C-C6FF0B9AA004}" srcOrd="1" destOrd="0" parTransId="{9F2B2A06-0550-4B06-B9AB-9172ACD27CB4}" sibTransId="{DD86A733-D53B-45A4-A3C4-11D208EBFCF8}"/>
    <dgm:cxn modelId="{135F54AE-1B4C-41C2-9924-0691011524DD}" type="presOf" srcId="{4E0688E6-8A74-457C-A53C-C6FF0B9AA004}" destId="{039DE657-1E69-4A53-B322-48A34A0AEDAD}" srcOrd="0" destOrd="0" presId="urn:microsoft.com/office/officeart/2005/8/layout/hList1"/>
    <dgm:cxn modelId="{B27558D2-5F70-4074-A883-DB17BECD7230}" type="presOf" srcId="{5306DDB3-9E6A-4988-B8EA-D8CC100B5096}" destId="{386EF14C-4253-4894-B046-CA239612B4AE}" srcOrd="0" destOrd="0" presId="urn:microsoft.com/office/officeart/2005/8/layout/hList1"/>
    <dgm:cxn modelId="{0E977FD3-B72F-4977-8EA8-9DC4087A98A6}" type="presOf" srcId="{85D94B5B-B05F-4DC3-90C5-3E2D59A5FAE2}" destId="{7F62DA05-F669-4CC9-936B-403532CBC869}" srcOrd="0" destOrd="0" presId="urn:microsoft.com/office/officeart/2005/8/layout/hList1"/>
    <dgm:cxn modelId="{AA4821E7-87BB-4134-81E4-29077948692A}" type="presOf" srcId="{1E1B0D24-C0C0-413C-80B0-E67C723BE305}" destId="{FE629EAD-21F6-4CFF-B5CD-D488CE0EF9FA}" srcOrd="0" destOrd="0" presId="urn:microsoft.com/office/officeart/2005/8/layout/hList1"/>
    <dgm:cxn modelId="{B488B328-4515-41E7-85A2-A8863A9F7D6C}" type="presParOf" srcId="{386EF14C-4253-4894-B046-CA239612B4AE}" destId="{4B6CD029-1846-47C9-A075-A9966174CED6}" srcOrd="0" destOrd="0" presId="urn:microsoft.com/office/officeart/2005/8/layout/hList1"/>
    <dgm:cxn modelId="{849C1DAA-D26E-432C-85FB-240459DCA70A}" type="presParOf" srcId="{4B6CD029-1846-47C9-A075-A9966174CED6}" destId="{7C85041B-2C87-4049-BCDB-2139BC019471}" srcOrd="0" destOrd="0" presId="urn:microsoft.com/office/officeart/2005/8/layout/hList1"/>
    <dgm:cxn modelId="{0B8117E4-E5BB-4BA3-8132-CD8E9F597795}" type="presParOf" srcId="{4B6CD029-1846-47C9-A075-A9966174CED6}" destId="{CE593DE2-A3EA-4C87-82CA-86D998CD471C}" srcOrd="1" destOrd="0" presId="urn:microsoft.com/office/officeart/2005/8/layout/hList1"/>
    <dgm:cxn modelId="{1E0CA79C-DD27-4E02-ACE8-D1FBAC7A4516}" type="presParOf" srcId="{386EF14C-4253-4894-B046-CA239612B4AE}" destId="{F267374B-9D1D-4B43-B1C2-1BB5073FB6FF}" srcOrd="1" destOrd="0" presId="urn:microsoft.com/office/officeart/2005/8/layout/hList1"/>
    <dgm:cxn modelId="{26EA08E7-01D0-4B65-ACEC-9191105A3659}" type="presParOf" srcId="{386EF14C-4253-4894-B046-CA239612B4AE}" destId="{F3B1AC1C-9056-45D1-8050-FF5A4C4EB2CD}" srcOrd="2" destOrd="0" presId="urn:microsoft.com/office/officeart/2005/8/layout/hList1"/>
    <dgm:cxn modelId="{1A0E1B44-1493-4068-9B96-21EE77A338B4}" type="presParOf" srcId="{F3B1AC1C-9056-45D1-8050-FF5A4C4EB2CD}" destId="{039DE657-1E69-4A53-B322-48A34A0AEDAD}" srcOrd="0" destOrd="0" presId="urn:microsoft.com/office/officeart/2005/8/layout/hList1"/>
    <dgm:cxn modelId="{AF937EA9-8967-4DD9-A2FD-A9EA8BBB706D}" type="presParOf" srcId="{F3B1AC1C-9056-45D1-8050-FF5A4C4EB2CD}" destId="{AED835F1-1724-4F3F-9A6F-51D6B4FE1D5C}" srcOrd="1" destOrd="0" presId="urn:microsoft.com/office/officeart/2005/8/layout/hList1"/>
    <dgm:cxn modelId="{3BB992EB-8B77-4F2F-9741-1D884932966E}" type="presParOf" srcId="{386EF14C-4253-4894-B046-CA239612B4AE}" destId="{B82B3802-3B1F-4BE0-840C-8C5BF4704CF7}" srcOrd="3" destOrd="0" presId="urn:microsoft.com/office/officeart/2005/8/layout/hList1"/>
    <dgm:cxn modelId="{BDC82CF0-D29B-4515-82EC-CF60C83CE1AA}" type="presParOf" srcId="{386EF14C-4253-4894-B046-CA239612B4AE}" destId="{9E4EA9EE-7049-4138-BA00-0DDC755D64AB}" srcOrd="4" destOrd="0" presId="urn:microsoft.com/office/officeart/2005/8/layout/hList1"/>
    <dgm:cxn modelId="{59FBEE00-B6F8-4E54-B1F3-DD86DD1D16DE}" type="presParOf" srcId="{9E4EA9EE-7049-4138-BA00-0DDC755D64AB}" destId="{D2235CAB-4B8B-4D7D-83F0-27C60729B4A6}" srcOrd="0" destOrd="0" presId="urn:microsoft.com/office/officeart/2005/8/layout/hList1"/>
    <dgm:cxn modelId="{9AE7E612-DB0B-4614-9A1B-42CA816337EF}" type="presParOf" srcId="{9E4EA9EE-7049-4138-BA00-0DDC755D64AB}" destId="{FE629EAD-21F6-4CFF-B5CD-D488CE0EF9FA}" srcOrd="1" destOrd="0" presId="urn:microsoft.com/office/officeart/2005/8/layout/hList1"/>
    <dgm:cxn modelId="{70E7671B-64CC-43D3-AF0D-77B5F3DFF35B}" type="presParOf" srcId="{386EF14C-4253-4894-B046-CA239612B4AE}" destId="{0646D411-6888-4738-8EF6-A1075ED736A9}" srcOrd="5" destOrd="0" presId="urn:microsoft.com/office/officeart/2005/8/layout/hList1"/>
    <dgm:cxn modelId="{46EE6C46-EE66-4392-AF22-4E80C2A1178C}" type="presParOf" srcId="{386EF14C-4253-4894-B046-CA239612B4AE}" destId="{7D936C3E-D180-406F-AE76-A2748E1CA39E}" srcOrd="6" destOrd="0" presId="urn:microsoft.com/office/officeart/2005/8/layout/hList1"/>
    <dgm:cxn modelId="{0C14C02D-AA51-40F7-ABF6-09AE890A87D6}" type="presParOf" srcId="{7D936C3E-D180-406F-AE76-A2748E1CA39E}" destId="{79D712C4-DFE0-4099-AC60-45DD22B9C419}" srcOrd="0" destOrd="0" presId="urn:microsoft.com/office/officeart/2005/8/layout/hList1"/>
    <dgm:cxn modelId="{B73F3718-3C7B-4A7A-9F7C-B47BE5BCF174}" type="presParOf" srcId="{7D936C3E-D180-406F-AE76-A2748E1CA39E}" destId="{7F62DA05-F669-4CC9-936B-403532CBC86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06DDB3-9E6A-4988-B8EA-D8CC100B5096}" type="doc">
      <dgm:prSet loTypeId="urn:microsoft.com/office/officeart/2005/8/layout/defaul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95AF5B2-A473-468B-97C8-5C809384396A}">
      <dgm:prSet phldrT="[Text]" phldr="0"/>
      <dgm:spPr/>
      <dgm:t>
        <a:bodyPr/>
        <a:lstStyle/>
        <a:p>
          <a:r>
            <a:rPr lang="en-US" dirty="0">
              <a:latin typeface="Malgun Gothic (Body)"/>
            </a:rPr>
            <a:t>PPL </a:t>
          </a:r>
        </a:p>
      </dgm:t>
    </dgm:pt>
    <dgm:pt modelId="{0F9D18CA-3AF9-4314-AD2E-4B747B352A2D}" type="parTrans" cxnId="{EFD80195-A53F-47D8-8934-E1A645E4592B}">
      <dgm:prSet/>
      <dgm:spPr/>
      <dgm:t>
        <a:bodyPr/>
        <a:lstStyle/>
        <a:p>
          <a:endParaRPr lang="en-US"/>
        </a:p>
      </dgm:t>
    </dgm:pt>
    <dgm:pt modelId="{8C9C2D3C-3646-4D3A-AFEF-A91C6F723937}" type="sibTrans" cxnId="{EFD80195-A53F-47D8-8934-E1A645E4592B}">
      <dgm:prSet/>
      <dgm:spPr/>
      <dgm:t>
        <a:bodyPr/>
        <a:lstStyle/>
        <a:p>
          <a:endParaRPr lang="en-US"/>
        </a:p>
      </dgm:t>
    </dgm:pt>
    <dgm:pt modelId="{DCFA6598-9434-4C03-A619-3B09263BE83A}">
      <dgm:prSet/>
      <dgm:spPr/>
      <dgm:t>
        <a:bodyPr/>
        <a:lstStyle/>
        <a:p>
          <a:r>
            <a:rPr lang="ko-KR" altLang="en-US" dirty="0">
              <a:latin typeface="Malgun Gothic (Body)"/>
            </a:rPr>
            <a:t>추론 속도</a:t>
          </a:r>
          <a:endParaRPr lang="en-US" dirty="0">
            <a:latin typeface="Malgun Gothic (Body)"/>
          </a:endParaRPr>
        </a:p>
      </dgm:t>
    </dgm:pt>
    <dgm:pt modelId="{9D0A9DA8-8067-4063-B0CD-AAD4C50643E4}" type="parTrans" cxnId="{4802CB3D-A85B-4382-B709-DAABB21DB55D}">
      <dgm:prSet/>
      <dgm:spPr/>
      <dgm:t>
        <a:bodyPr/>
        <a:lstStyle/>
        <a:p>
          <a:endParaRPr lang="en-US"/>
        </a:p>
      </dgm:t>
    </dgm:pt>
    <dgm:pt modelId="{445FC5DF-B015-4984-8FF4-A465D84FB0C6}" type="sibTrans" cxnId="{4802CB3D-A85B-4382-B709-DAABB21DB55D}">
      <dgm:prSet/>
      <dgm:spPr/>
      <dgm:t>
        <a:bodyPr/>
        <a:lstStyle/>
        <a:p>
          <a:endParaRPr lang="en-US"/>
        </a:p>
      </dgm:t>
    </dgm:pt>
    <dgm:pt modelId="{DEAB5E50-1A32-4E52-9B06-EA2C9B512D5D}">
      <dgm:prSet phldrT="[Text]" phldr="0"/>
      <dgm:spPr/>
      <dgm:t>
        <a:bodyPr/>
        <a:lstStyle/>
        <a:p>
          <a:r>
            <a:rPr lang="ko-KR" altLang="en-US">
              <a:latin typeface="Malgun Gothic (Body)"/>
            </a:rPr>
            <a:t>생성 품질</a:t>
          </a:r>
          <a:endParaRPr lang="en-US" dirty="0">
            <a:latin typeface="Malgun Gothic (Body)"/>
          </a:endParaRPr>
        </a:p>
      </dgm:t>
    </dgm:pt>
    <dgm:pt modelId="{C84A55D0-C26B-4C4A-A419-25F5022F1989}" type="parTrans" cxnId="{4B4FDC80-F3AB-4370-86A5-3FB469E81FDB}">
      <dgm:prSet/>
      <dgm:spPr/>
      <dgm:t>
        <a:bodyPr/>
        <a:lstStyle/>
        <a:p>
          <a:endParaRPr lang="en-US"/>
        </a:p>
      </dgm:t>
    </dgm:pt>
    <dgm:pt modelId="{F99D1F9E-BCCB-47C1-93B3-516CEA84F47C}" type="sibTrans" cxnId="{4B4FDC80-F3AB-4370-86A5-3FB469E81FDB}">
      <dgm:prSet/>
      <dgm:spPr/>
      <dgm:t>
        <a:bodyPr/>
        <a:lstStyle/>
        <a:p>
          <a:endParaRPr lang="en-US"/>
        </a:p>
      </dgm:t>
    </dgm:pt>
    <dgm:pt modelId="{F0E0361D-047F-4E9C-8183-B894162AD339}">
      <dgm:prSet phldrT="[Text]"/>
      <dgm:spPr/>
      <dgm:t>
        <a:bodyPr/>
        <a:lstStyle/>
        <a:p>
          <a:r>
            <a:rPr lang="ko-KR" altLang="en-US" dirty="0">
              <a:latin typeface="Malgun Gothic (Body)"/>
            </a:rPr>
            <a:t>메모리</a:t>
          </a:r>
          <a:endParaRPr lang="en-US" dirty="0">
            <a:latin typeface="Malgun Gothic (Body)"/>
          </a:endParaRPr>
        </a:p>
      </dgm:t>
    </dgm:pt>
    <dgm:pt modelId="{017F970E-218F-4395-9311-2DEF1473C89E}" type="parTrans" cxnId="{5F60F440-455C-481C-9A93-5293024809A2}">
      <dgm:prSet/>
      <dgm:spPr/>
      <dgm:t>
        <a:bodyPr/>
        <a:lstStyle/>
        <a:p>
          <a:endParaRPr lang="en-US"/>
        </a:p>
      </dgm:t>
    </dgm:pt>
    <dgm:pt modelId="{9C96ABCA-2AA6-499A-9CA8-D12A1B96587F}" type="sibTrans" cxnId="{5F60F440-455C-481C-9A93-5293024809A2}">
      <dgm:prSet/>
      <dgm:spPr/>
      <dgm:t>
        <a:bodyPr/>
        <a:lstStyle/>
        <a:p>
          <a:endParaRPr lang="en-US"/>
        </a:p>
      </dgm:t>
    </dgm:pt>
    <dgm:pt modelId="{1F65D6D6-E2CB-4F36-A9E7-7C3D4D238CC1}" type="pres">
      <dgm:prSet presAssocID="{5306DDB3-9E6A-4988-B8EA-D8CC100B5096}" presName="diagram" presStyleCnt="0">
        <dgm:presLayoutVars>
          <dgm:dir/>
          <dgm:resizeHandles val="exact"/>
        </dgm:presLayoutVars>
      </dgm:prSet>
      <dgm:spPr/>
    </dgm:pt>
    <dgm:pt modelId="{743CBC6A-5594-4C33-AF99-11D44DF7038B}" type="pres">
      <dgm:prSet presAssocID="{F95AF5B2-A473-468B-97C8-5C809384396A}" presName="node" presStyleLbl="node1" presStyleIdx="0" presStyleCnt="4">
        <dgm:presLayoutVars>
          <dgm:bulletEnabled val="1"/>
        </dgm:presLayoutVars>
      </dgm:prSet>
      <dgm:spPr/>
    </dgm:pt>
    <dgm:pt modelId="{0A6BAC36-0EF0-49F0-9A4E-D76510C6871E}" type="pres">
      <dgm:prSet presAssocID="{8C9C2D3C-3646-4D3A-AFEF-A91C6F723937}" presName="sibTrans" presStyleCnt="0"/>
      <dgm:spPr/>
    </dgm:pt>
    <dgm:pt modelId="{66C011DB-54CF-48B4-8605-7F231A784C94}" type="pres">
      <dgm:prSet presAssocID="{DCFA6598-9434-4C03-A619-3B09263BE83A}" presName="node" presStyleLbl="node1" presStyleIdx="1" presStyleCnt="4">
        <dgm:presLayoutVars>
          <dgm:bulletEnabled val="1"/>
        </dgm:presLayoutVars>
      </dgm:prSet>
      <dgm:spPr/>
    </dgm:pt>
    <dgm:pt modelId="{02ABE87E-0923-4D72-89FF-1793C14A310D}" type="pres">
      <dgm:prSet presAssocID="{445FC5DF-B015-4984-8FF4-A465D84FB0C6}" presName="sibTrans" presStyleCnt="0"/>
      <dgm:spPr/>
    </dgm:pt>
    <dgm:pt modelId="{8885B32B-BDDE-40E1-9666-6A482B8591D2}" type="pres">
      <dgm:prSet presAssocID="{DEAB5E50-1A32-4E52-9B06-EA2C9B512D5D}" presName="node" presStyleLbl="node1" presStyleIdx="2" presStyleCnt="4">
        <dgm:presLayoutVars>
          <dgm:bulletEnabled val="1"/>
        </dgm:presLayoutVars>
      </dgm:prSet>
      <dgm:spPr/>
    </dgm:pt>
    <dgm:pt modelId="{0EB6F49E-0984-45AE-B768-295354BE84F4}" type="pres">
      <dgm:prSet presAssocID="{F99D1F9E-BCCB-47C1-93B3-516CEA84F47C}" presName="sibTrans" presStyleCnt="0"/>
      <dgm:spPr/>
    </dgm:pt>
    <dgm:pt modelId="{4AE1B438-92B2-47E5-817D-D3CE72B0E0D3}" type="pres">
      <dgm:prSet presAssocID="{F0E0361D-047F-4E9C-8183-B894162AD339}" presName="node" presStyleLbl="node1" presStyleIdx="3" presStyleCnt="4">
        <dgm:presLayoutVars>
          <dgm:bulletEnabled val="1"/>
        </dgm:presLayoutVars>
      </dgm:prSet>
      <dgm:spPr/>
    </dgm:pt>
  </dgm:ptLst>
  <dgm:cxnLst>
    <dgm:cxn modelId="{1EB4982B-650B-4879-90B8-97DAAA757BA5}" type="presOf" srcId="{DEAB5E50-1A32-4E52-9B06-EA2C9B512D5D}" destId="{8885B32B-BDDE-40E1-9666-6A482B8591D2}" srcOrd="0" destOrd="0" presId="urn:microsoft.com/office/officeart/2005/8/layout/default"/>
    <dgm:cxn modelId="{4802CB3D-A85B-4382-B709-DAABB21DB55D}" srcId="{5306DDB3-9E6A-4988-B8EA-D8CC100B5096}" destId="{DCFA6598-9434-4C03-A619-3B09263BE83A}" srcOrd="1" destOrd="0" parTransId="{9D0A9DA8-8067-4063-B0CD-AAD4C50643E4}" sibTransId="{445FC5DF-B015-4984-8FF4-A465D84FB0C6}"/>
    <dgm:cxn modelId="{5F60F440-455C-481C-9A93-5293024809A2}" srcId="{5306DDB3-9E6A-4988-B8EA-D8CC100B5096}" destId="{F0E0361D-047F-4E9C-8183-B894162AD339}" srcOrd="3" destOrd="0" parTransId="{017F970E-218F-4395-9311-2DEF1473C89E}" sibTransId="{9C96ABCA-2AA6-499A-9CA8-D12A1B96587F}"/>
    <dgm:cxn modelId="{8224BD74-BF8D-4FA1-A5B7-FCC06D9FAE21}" type="presOf" srcId="{F95AF5B2-A473-468B-97C8-5C809384396A}" destId="{743CBC6A-5594-4C33-AF99-11D44DF7038B}" srcOrd="0" destOrd="0" presId="urn:microsoft.com/office/officeart/2005/8/layout/default"/>
    <dgm:cxn modelId="{4B4FDC80-F3AB-4370-86A5-3FB469E81FDB}" srcId="{5306DDB3-9E6A-4988-B8EA-D8CC100B5096}" destId="{DEAB5E50-1A32-4E52-9B06-EA2C9B512D5D}" srcOrd="2" destOrd="0" parTransId="{C84A55D0-C26B-4C4A-A419-25F5022F1989}" sibTransId="{F99D1F9E-BCCB-47C1-93B3-516CEA84F47C}"/>
    <dgm:cxn modelId="{EFD80195-A53F-47D8-8934-E1A645E4592B}" srcId="{5306DDB3-9E6A-4988-B8EA-D8CC100B5096}" destId="{F95AF5B2-A473-468B-97C8-5C809384396A}" srcOrd="0" destOrd="0" parTransId="{0F9D18CA-3AF9-4314-AD2E-4B747B352A2D}" sibTransId="{8C9C2D3C-3646-4D3A-AFEF-A91C6F723937}"/>
    <dgm:cxn modelId="{E088BDB8-C095-4EB9-B522-E730E7FA91E3}" type="presOf" srcId="{DCFA6598-9434-4C03-A619-3B09263BE83A}" destId="{66C011DB-54CF-48B4-8605-7F231A784C94}" srcOrd="0" destOrd="0" presId="urn:microsoft.com/office/officeart/2005/8/layout/default"/>
    <dgm:cxn modelId="{DEAE70C5-3BB3-4B4F-A947-B2EC3E497C13}" type="presOf" srcId="{5306DDB3-9E6A-4988-B8EA-D8CC100B5096}" destId="{1F65D6D6-E2CB-4F36-A9E7-7C3D4D238CC1}" srcOrd="0" destOrd="0" presId="urn:microsoft.com/office/officeart/2005/8/layout/default"/>
    <dgm:cxn modelId="{848DF7E7-46A9-4E76-A5B9-1CBA7C194334}" type="presOf" srcId="{F0E0361D-047F-4E9C-8183-B894162AD339}" destId="{4AE1B438-92B2-47E5-817D-D3CE72B0E0D3}" srcOrd="0" destOrd="0" presId="urn:microsoft.com/office/officeart/2005/8/layout/default"/>
    <dgm:cxn modelId="{973878FA-AC49-4420-9DC7-FD6C3DF71D67}" type="presParOf" srcId="{1F65D6D6-E2CB-4F36-A9E7-7C3D4D238CC1}" destId="{743CBC6A-5594-4C33-AF99-11D44DF7038B}" srcOrd="0" destOrd="0" presId="urn:microsoft.com/office/officeart/2005/8/layout/default"/>
    <dgm:cxn modelId="{CB39FA85-BBB5-4FEB-ACFD-439DB9CAB214}" type="presParOf" srcId="{1F65D6D6-E2CB-4F36-A9E7-7C3D4D238CC1}" destId="{0A6BAC36-0EF0-49F0-9A4E-D76510C6871E}" srcOrd="1" destOrd="0" presId="urn:microsoft.com/office/officeart/2005/8/layout/default"/>
    <dgm:cxn modelId="{3EA8A7AF-6976-4A08-A14A-B35A9EE7AB67}" type="presParOf" srcId="{1F65D6D6-E2CB-4F36-A9E7-7C3D4D238CC1}" destId="{66C011DB-54CF-48B4-8605-7F231A784C94}" srcOrd="2" destOrd="0" presId="urn:microsoft.com/office/officeart/2005/8/layout/default"/>
    <dgm:cxn modelId="{EAD74DF6-BB9E-43FA-8955-4AC6438BAA02}" type="presParOf" srcId="{1F65D6D6-E2CB-4F36-A9E7-7C3D4D238CC1}" destId="{02ABE87E-0923-4D72-89FF-1793C14A310D}" srcOrd="3" destOrd="0" presId="urn:microsoft.com/office/officeart/2005/8/layout/default"/>
    <dgm:cxn modelId="{347744F9-9649-4A8B-A3AE-4A0DEA730377}" type="presParOf" srcId="{1F65D6D6-E2CB-4F36-A9E7-7C3D4D238CC1}" destId="{8885B32B-BDDE-40E1-9666-6A482B8591D2}" srcOrd="4" destOrd="0" presId="urn:microsoft.com/office/officeart/2005/8/layout/default"/>
    <dgm:cxn modelId="{8F893D00-F4B0-428E-B4D1-F772BCF8C671}" type="presParOf" srcId="{1F65D6D6-E2CB-4F36-A9E7-7C3D4D238CC1}" destId="{0EB6F49E-0984-45AE-B768-295354BE84F4}" srcOrd="5" destOrd="0" presId="urn:microsoft.com/office/officeart/2005/8/layout/default"/>
    <dgm:cxn modelId="{4E7F41D4-8786-4331-888A-5F4BC1CE6683}" type="presParOf" srcId="{1F65D6D6-E2CB-4F36-A9E7-7C3D4D238CC1}" destId="{4AE1B438-92B2-47E5-817D-D3CE72B0E0D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85041B-2C87-4049-BCDB-2139BC019471}">
      <dsp:nvSpPr>
        <dsp:cNvPr id="0" name=""/>
        <dsp:cNvSpPr/>
      </dsp:nvSpPr>
      <dsp:spPr>
        <a:xfrm>
          <a:off x="3685" y="1384597"/>
          <a:ext cx="2216300" cy="88652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Malgun Gothic (Body)"/>
            </a:rPr>
            <a:t>Teacher (FT)</a:t>
          </a:r>
        </a:p>
      </dsp:txBody>
      <dsp:txXfrm>
        <a:off x="3685" y="1384597"/>
        <a:ext cx="2216300" cy="886520"/>
      </dsp:txXfrm>
    </dsp:sp>
    <dsp:sp modelId="{CE593DE2-A3EA-4C87-82CA-86D998CD471C}">
      <dsp:nvSpPr>
        <dsp:cNvPr id="0" name=""/>
        <dsp:cNvSpPr/>
      </dsp:nvSpPr>
      <dsp:spPr>
        <a:xfrm>
          <a:off x="3685" y="2271117"/>
          <a:ext cx="2216300" cy="101016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ctr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ko-KR" altLang="en-US" sz="1800" kern="1200" dirty="0">
              <a:latin typeface="+mn-ea"/>
              <a:ea typeface="+mn-ea"/>
            </a:rPr>
            <a:t>도메인 </a:t>
          </a:r>
          <a:r>
            <a:rPr lang="en-US" altLang="ko-KR" sz="1800" kern="1200" dirty="0">
              <a:latin typeface="+mn-ea"/>
              <a:ea typeface="+mn-ea"/>
            </a:rPr>
            <a:t>FT </a:t>
          </a:r>
          <a:r>
            <a:rPr lang="ko-KR" altLang="en-US" sz="1800" kern="1200" dirty="0">
              <a:latin typeface="+mn-ea"/>
              <a:ea typeface="+mn-ea"/>
            </a:rPr>
            <a:t>후 </a:t>
          </a:r>
          <a:r>
            <a:rPr lang="en-US" altLang="ko-KR" sz="1800" kern="1200" dirty="0">
              <a:latin typeface="+mn-ea"/>
              <a:ea typeface="+mn-ea"/>
            </a:rPr>
            <a:t>Frozen</a:t>
          </a:r>
          <a:endParaRPr lang="en-US" sz="1800" kern="1200" dirty="0">
            <a:latin typeface="+mn-ea"/>
            <a:ea typeface="+mn-ea"/>
          </a:endParaRPr>
        </a:p>
      </dsp:txBody>
      <dsp:txXfrm>
        <a:off x="3685" y="2271117"/>
        <a:ext cx="2216300" cy="1010160"/>
      </dsp:txXfrm>
    </dsp:sp>
    <dsp:sp modelId="{039DE657-1E69-4A53-B322-48A34A0AEDAD}">
      <dsp:nvSpPr>
        <dsp:cNvPr id="0" name=""/>
        <dsp:cNvSpPr/>
      </dsp:nvSpPr>
      <dsp:spPr>
        <a:xfrm>
          <a:off x="2530268" y="1384597"/>
          <a:ext cx="2216300" cy="886520"/>
        </a:xfrm>
        <a:prstGeom prst="rect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3750088"/>
              <a:satOff val="-5627"/>
              <a:lumOff val="-91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Malgun Gothic (Body)"/>
            </a:rPr>
            <a:t>Student (KD)</a:t>
          </a:r>
        </a:p>
      </dsp:txBody>
      <dsp:txXfrm>
        <a:off x="2530268" y="1384597"/>
        <a:ext cx="2216300" cy="886520"/>
      </dsp:txXfrm>
    </dsp:sp>
    <dsp:sp modelId="{AED835F1-1724-4F3F-9A6F-51D6B4FE1D5C}">
      <dsp:nvSpPr>
        <dsp:cNvPr id="0" name=""/>
        <dsp:cNvSpPr/>
      </dsp:nvSpPr>
      <dsp:spPr>
        <a:xfrm>
          <a:off x="2530268" y="2271117"/>
          <a:ext cx="2216300" cy="1010160"/>
        </a:xfrm>
        <a:prstGeom prst="rect">
          <a:avLst/>
        </a:prstGeom>
        <a:solidFill>
          <a:schemeClr val="accent3">
            <a:tint val="40000"/>
            <a:alpha val="90000"/>
            <a:hueOff val="3572285"/>
            <a:satOff val="-4598"/>
            <a:lumOff val="-358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3572285"/>
              <a:satOff val="-4598"/>
              <a:lumOff val="-3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ctr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800" kern="1200" dirty="0">
              <a:latin typeface="+mn-ea"/>
              <a:ea typeface="+mn-ea"/>
            </a:rPr>
            <a:t>KD Loss + CE </a:t>
          </a:r>
          <a:r>
            <a:rPr lang="ko-KR" altLang="en-US" sz="1800" kern="1200" dirty="0">
              <a:latin typeface="+mn-ea"/>
              <a:ea typeface="+mn-ea"/>
            </a:rPr>
            <a:t>학습</a:t>
          </a:r>
          <a:endParaRPr lang="en-US" sz="1800" kern="1200" dirty="0">
            <a:latin typeface="+mn-ea"/>
            <a:ea typeface="+mn-ea"/>
          </a:endParaRPr>
        </a:p>
      </dsp:txBody>
      <dsp:txXfrm>
        <a:off x="2530268" y="2271117"/>
        <a:ext cx="2216300" cy="1010160"/>
      </dsp:txXfrm>
    </dsp:sp>
    <dsp:sp modelId="{D2235CAB-4B8B-4D7D-83F0-27C60729B4A6}">
      <dsp:nvSpPr>
        <dsp:cNvPr id="0" name=""/>
        <dsp:cNvSpPr/>
      </dsp:nvSpPr>
      <dsp:spPr>
        <a:xfrm>
          <a:off x="5056852" y="1384597"/>
          <a:ext cx="2216300" cy="886520"/>
        </a:xfrm>
        <a:prstGeom prst="rect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7500176"/>
              <a:satOff val="-11253"/>
              <a:lumOff val="-183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Malgun Gothic (Body)"/>
            </a:rPr>
            <a:t>Student (FT)</a:t>
          </a:r>
        </a:p>
      </dsp:txBody>
      <dsp:txXfrm>
        <a:off x="5056852" y="1384597"/>
        <a:ext cx="2216300" cy="886520"/>
      </dsp:txXfrm>
    </dsp:sp>
    <dsp:sp modelId="{FE629EAD-21F6-4CFF-B5CD-D488CE0EF9FA}">
      <dsp:nvSpPr>
        <dsp:cNvPr id="0" name=""/>
        <dsp:cNvSpPr/>
      </dsp:nvSpPr>
      <dsp:spPr>
        <a:xfrm>
          <a:off x="5056852" y="2271117"/>
          <a:ext cx="2216300" cy="1010160"/>
        </a:xfrm>
        <a:prstGeom prst="rect">
          <a:avLst/>
        </a:prstGeom>
        <a:solidFill>
          <a:schemeClr val="accent3">
            <a:tint val="40000"/>
            <a:alpha val="90000"/>
            <a:hueOff val="7144569"/>
            <a:satOff val="-9195"/>
            <a:lumOff val="-717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7144569"/>
              <a:satOff val="-9195"/>
              <a:lumOff val="-7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ctr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1800" kern="1200" dirty="0">
              <a:latin typeface="+mn-ea"/>
              <a:ea typeface="+mn-ea"/>
            </a:rPr>
            <a:t>CE Loss</a:t>
          </a:r>
          <a:r>
            <a:rPr lang="ko-KR" altLang="en-US" sz="1800" kern="1200" dirty="0">
              <a:latin typeface="+mn-ea"/>
              <a:ea typeface="+mn-ea"/>
            </a:rPr>
            <a:t>만 학습</a:t>
          </a:r>
          <a:endParaRPr lang="en-US" sz="1800" kern="1200" dirty="0">
            <a:latin typeface="+mn-ea"/>
            <a:ea typeface="+mn-ea"/>
          </a:endParaRPr>
        </a:p>
      </dsp:txBody>
      <dsp:txXfrm>
        <a:off x="5056852" y="2271117"/>
        <a:ext cx="2216300" cy="1010160"/>
      </dsp:txXfrm>
    </dsp:sp>
    <dsp:sp modelId="{79D712C4-DFE0-4099-AC60-45DD22B9C419}">
      <dsp:nvSpPr>
        <dsp:cNvPr id="0" name=""/>
        <dsp:cNvSpPr/>
      </dsp:nvSpPr>
      <dsp:spPr>
        <a:xfrm>
          <a:off x="7583435" y="1384597"/>
          <a:ext cx="2216300" cy="886520"/>
        </a:xfrm>
        <a:prstGeom prst="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Malgun Gothic (Body)"/>
            </a:rPr>
            <a:t>Student (Base)</a:t>
          </a:r>
        </a:p>
      </dsp:txBody>
      <dsp:txXfrm>
        <a:off x="7583435" y="1384597"/>
        <a:ext cx="2216300" cy="886520"/>
      </dsp:txXfrm>
    </dsp:sp>
    <dsp:sp modelId="{7F62DA05-F669-4CC9-936B-403532CBC869}">
      <dsp:nvSpPr>
        <dsp:cNvPr id="0" name=""/>
        <dsp:cNvSpPr/>
      </dsp:nvSpPr>
      <dsp:spPr>
        <a:xfrm>
          <a:off x="7583435" y="2271117"/>
          <a:ext cx="2216300" cy="1010160"/>
        </a:xfrm>
        <a:prstGeom prst="rect">
          <a:avLst/>
        </a:prstGeom>
        <a:solidFill>
          <a:schemeClr val="accent3">
            <a:tint val="40000"/>
            <a:alpha val="90000"/>
            <a:hueOff val="10716854"/>
            <a:satOff val="-13793"/>
            <a:lumOff val="-1075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10716854"/>
              <a:satOff val="-13793"/>
              <a:lumOff val="-107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ctr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ko-KR" altLang="en-US" sz="1800" kern="1200" dirty="0">
              <a:latin typeface="+mn-ea"/>
              <a:ea typeface="+mn-ea"/>
            </a:rPr>
            <a:t>추가 학습 없음</a:t>
          </a:r>
          <a:endParaRPr lang="en-US" sz="1800" kern="1200" dirty="0">
            <a:latin typeface="+mn-ea"/>
            <a:ea typeface="+mn-ea"/>
          </a:endParaRPr>
        </a:p>
      </dsp:txBody>
      <dsp:txXfrm>
        <a:off x="7583435" y="2271117"/>
        <a:ext cx="2216300" cy="10101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CBC6A-5594-4C33-AF99-11D44DF7038B}">
      <dsp:nvSpPr>
        <dsp:cNvPr id="0" name=""/>
        <dsp:cNvSpPr/>
      </dsp:nvSpPr>
      <dsp:spPr>
        <a:xfrm>
          <a:off x="2714" y="473157"/>
          <a:ext cx="2153651" cy="129219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Malgun Gothic (Body)"/>
            </a:rPr>
            <a:t>PPL </a:t>
          </a:r>
        </a:p>
      </dsp:txBody>
      <dsp:txXfrm>
        <a:off x="2714" y="473157"/>
        <a:ext cx="2153651" cy="1292190"/>
      </dsp:txXfrm>
    </dsp:sp>
    <dsp:sp modelId="{66C011DB-54CF-48B4-8605-7F231A784C94}">
      <dsp:nvSpPr>
        <dsp:cNvPr id="0" name=""/>
        <dsp:cNvSpPr/>
      </dsp:nvSpPr>
      <dsp:spPr>
        <a:xfrm>
          <a:off x="2371731" y="473157"/>
          <a:ext cx="2153651" cy="129219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400" kern="1200" dirty="0">
              <a:latin typeface="Malgun Gothic (Body)"/>
            </a:rPr>
            <a:t>추론 속도</a:t>
          </a:r>
          <a:endParaRPr lang="en-US" sz="3400" kern="1200" dirty="0">
            <a:latin typeface="Malgun Gothic (Body)"/>
          </a:endParaRPr>
        </a:p>
      </dsp:txBody>
      <dsp:txXfrm>
        <a:off x="2371731" y="473157"/>
        <a:ext cx="2153651" cy="1292190"/>
      </dsp:txXfrm>
    </dsp:sp>
    <dsp:sp modelId="{8885B32B-BDDE-40E1-9666-6A482B8591D2}">
      <dsp:nvSpPr>
        <dsp:cNvPr id="0" name=""/>
        <dsp:cNvSpPr/>
      </dsp:nvSpPr>
      <dsp:spPr>
        <a:xfrm>
          <a:off x="4740747" y="473157"/>
          <a:ext cx="2153651" cy="129219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400" kern="1200">
              <a:latin typeface="Malgun Gothic (Body)"/>
            </a:rPr>
            <a:t>생성 품질</a:t>
          </a:r>
          <a:endParaRPr lang="en-US" sz="3400" kern="1200" dirty="0">
            <a:latin typeface="Malgun Gothic (Body)"/>
          </a:endParaRPr>
        </a:p>
      </dsp:txBody>
      <dsp:txXfrm>
        <a:off x="4740747" y="473157"/>
        <a:ext cx="2153651" cy="1292190"/>
      </dsp:txXfrm>
    </dsp:sp>
    <dsp:sp modelId="{4AE1B438-92B2-47E5-817D-D3CE72B0E0D3}">
      <dsp:nvSpPr>
        <dsp:cNvPr id="0" name=""/>
        <dsp:cNvSpPr/>
      </dsp:nvSpPr>
      <dsp:spPr>
        <a:xfrm>
          <a:off x="7109764" y="473157"/>
          <a:ext cx="2153651" cy="129219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400" kern="1200" dirty="0">
              <a:latin typeface="Malgun Gothic (Body)"/>
            </a:rPr>
            <a:t>메모리</a:t>
          </a:r>
          <a:endParaRPr lang="en-US" sz="3400" kern="1200" dirty="0">
            <a:latin typeface="Malgun Gothic (Body)"/>
          </a:endParaRPr>
        </a:p>
      </dsp:txBody>
      <dsp:txXfrm>
        <a:off x="7109764" y="473157"/>
        <a:ext cx="2153651" cy="1292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lgun Gothic (Body)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lgun Gothic (Body)"/>
              </a:defRPr>
            </a:lvl1pPr>
          </a:lstStyle>
          <a:p>
            <a:fld id="{27CF82FD-0985-47D1-A381-0AC3C2E5FCEB}" type="datetimeFigureOut">
              <a:rPr lang="en-US" smtClean="0"/>
              <a:pPr/>
              <a:t>6/3/2026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lgun Gothic (Body)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lgun Gothic (Body)"/>
              </a:defRPr>
            </a:lvl1pPr>
          </a:lstStyle>
          <a:p>
            <a:fld id="{10C6D5CD-F240-4088-8FE5-F278905AAD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631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lgun Gothic (Body)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6D5CD-F240-4088-8FE5-F278905AAD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92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250C-3EA0-C529-486B-5653DFFDB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DC12D4-C53F-27E8-70B9-F5D4C3754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C3D5CB-E624-6AD5-CA82-70996FF49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5933C3-E6E8-3BED-32F0-2D8A22067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6D5CD-F240-4088-8FE5-F278905AAD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86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835F-DBE6-964B-61F9-C56B9D299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B8E40F-A968-2D51-BF94-962D0A2CA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11D068-99B4-EBD3-DED2-E3CD2D622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9F9279-FAAA-E1BA-C869-38DF6323D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6D5CD-F240-4088-8FE5-F278905AAD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35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algun Gothic (Body)"/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algun Gothic (Body)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algun Gothic (Body)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algun Gothic (Body)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Malgun Gothic (Body)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Malgun Gothic (Body)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Malgun Gothic (Body)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Malgun Gothic (Body)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algun Gothic (Body)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68FCA0-74A6-7F37-CE94-863D6B43703A}"/>
              </a:ext>
            </a:extLst>
          </p:cNvPr>
          <p:cNvSpPr/>
          <p:nvPr/>
        </p:nvSpPr>
        <p:spPr>
          <a:xfrm>
            <a:off x="7665525" y="6709385"/>
            <a:ext cx="9802064" cy="277543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sz="2000" b="1" dirty="0"/>
          </a:p>
          <a:p>
            <a:pPr algn="ctr"/>
            <a:r>
              <a:rPr lang="en-US" altLang="ko-KR" b="1" dirty="0">
                <a:latin typeface="+mn-ea"/>
              </a:rPr>
              <a:t>4</a:t>
            </a:r>
            <a:r>
              <a:rPr lang="ko-KR" altLang="en-US" b="1" dirty="0">
                <a:latin typeface="+mn-ea"/>
              </a:rPr>
              <a:t>개 모델을 동일한 </a:t>
            </a:r>
            <a:r>
              <a:rPr lang="en-US" altLang="ko-KR" b="1" dirty="0">
                <a:latin typeface="+mn-ea"/>
              </a:rPr>
              <a:t>4</a:t>
            </a:r>
            <a:r>
              <a:rPr lang="ko-KR" altLang="en-US" b="1" dirty="0">
                <a:latin typeface="+mn-ea"/>
              </a:rPr>
              <a:t>대 지표</a:t>
            </a:r>
            <a:r>
              <a:rPr lang="en-US" altLang="ko-KR" b="1" dirty="0">
                <a:latin typeface="+mn-ea"/>
              </a:rPr>
              <a:t>(PPL / </a:t>
            </a:r>
            <a:r>
              <a:rPr lang="ko-KR" altLang="en-US" b="1" dirty="0">
                <a:latin typeface="+mn-ea"/>
              </a:rPr>
              <a:t>추론 속도 </a:t>
            </a:r>
            <a:r>
              <a:rPr lang="en-US" altLang="ko-KR" b="1" dirty="0">
                <a:latin typeface="+mn-ea"/>
              </a:rPr>
              <a:t>/ </a:t>
            </a:r>
            <a:r>
              <a:rPr lang="ko-KR" altLang="en-US" b="1" dirty="0">
                <a:latin typeface="+mn-ea"/>
              </a:rPr>
              <a:t>생성 품질 </a:t>
            </a:r>
            <a:r>
              <a:rPr lang="en-US" altLang="ko-KR" b="1" dirty="0">
                <a:latin typeface="+mn-ea"/>
              </a:rPr>
              <a:t>/ </a:t>
            </a:r>
            <a:r>
              <a:rPr lang="ko-KR" altLang="en-US" b="1" dirty="0">
                <a:latin typeface="+mn-ea"/>
              </a:rPr>
              <a:t>메모리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로 동시 평가하는 구조</a:t>
            </a:r>
            <a:endParaRPr lang="en-US" b="1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ED97B90-2363-FF0B-4F02-4B0C4B9A3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510" y="369116"/>
            <a:ext cx="17457490" cy="1342239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>
                <a:ea typeface="+mn-ea"/>
                <a:cs typeface="Poppins Bold" panose="00000800000000000000" charset="0"/>
              </a:rPr>
              <a:t>5. </a:t>
            </a:r>
            <a:r>
              <a:rPr lang="ko-KR" altLang="en-US" sz="3600" b="1" dirty="0">
                <a:ea typeface="+mn-ea"/>
                <a:cs typeface="Poppins Bold" panose="00000800000000000000" charset="0"/>
              </a:rPr>
              <a:t>구현 현황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8F2590-EC17-BD6C-1B68-AF46B7B53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900435"/>
              </p:ext>
            </p:extLst>
          </p:nvPr>
        </p:nvGraphicFramePr>
        <p:xfrm>
          <a:off x="533400" y="2784636"/>
          <a:ext cx="6006710" cy="51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8086">
                  <a:extLst>
                    <a:ext uri="{9D8B030D-6E8A-4147-A177-3AD203B41FA5}">
                      <a16:colId xmlns:a16="http://schemas.microsoft.com/office/drawing/2014/main" val="370528977"/>
                    </a:ext>
                  </a:extLst>
                </a:gridCol>
                <a:gridCol w="4988624">
                  <a:extLst>
                    <a:ext uri="{9D8B030D-6E8A-4147-A177-3AD203B41FA5}">
                      <a16:colId xmlns:a16="http://schemas.microsoft.com/office/drawing/2014/main" val="4269664184"/>
                    </a:ext>
                  </a:extLst>
                </a:gridCol>
              </a:tblGrid>
              <a:tr h="6302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b="1" dirty="0">
                          <a:solidFill>
                            <a:schemeClr val="bg1"/>
                          </a:solidFill>
                          <a:latin typeface="Malgun Gothic (Body)"/>
                        </a:rPr>
                        <a:t>값</a:t>
                      </a:r>
                      <a:endParaRPr lang="en-US" b="1" dirty="0">
                        <a:solidFill>
                          <a:schemeClr val="bg1"/>
                        </a:solidFill>
                        <a:latin typeface="Malgun Gothic (Body)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86247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+mn-ea"/>
                          <a:ea typeface="+mn-ea"/>
                        </a:rPr>
                        <a:t>Teacher</a:t>
                      </a: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+mn-ea"/>
                          <a:ea typeface="+mn-ea"/>
                        </a:rPr>
                        <a:t>GPT-2 (124M params, 498MB)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1770764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+mn-ea"/>
                          <a:ea typeface="+mn-ea"/>
                        </a:rPr>
                        <a:t>Student</a:t>
                      </a: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+mn-ea"/>
                          <a:ea typeface="+mn-ea"/>
                        </a:rPr>
                        <a:t>DistilGPT-2 (82M params , 328MB)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8573996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+mn-ea"/>
                          <a:ea typeface="+mn-ea"/>
                        </a:rPr>
                        <a:t>Dataset</a:t>
                      </a: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+mn-ea"/>
                          <a:ea typeface="+mn-ea"/>
                        </a:rPr>
                        <a:t>WikiText-2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4475573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+mn-ea"/>
                          <a:ea typeface="+mn-ea"/>
                        </a:rPr>
                        <a:t>Device</a:t>
                      </a: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+mn-ea"/>
                          <a:ea typeface="+mn-ea"/>
                        </a:rPr>
                        <a:t>Apple MPS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7974385"/>
                  </a:ext>
                </a:extLst>
              </a:tr>
              <a:tr h="824267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+mn-ea"/>
                          <a:ea typeface="+mn-ea"/>
                        </a:rPr>
                        <a:t>KD Loss</a:t>
                      </a: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sz="1400" dirty="0">
                          <a:latin typeface="+mn-ea"/>
                          <a:ea typeface="+mn-ea"/>
                        </a:rPr>
                        <a:t>α · 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CE(Student, Label) + (1-</a:t>
                      </a:r>
                      <a:r>
                        <a:rPr lang="el-GR" sz="1400" dirty="0">
                          <a:latin typeface="+mn-ea"/>
                          <a:ea typeface="+mn-ea"/>
                        </a:rPr>
                        <a:t>α) · 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T² · KL(Student ∥ Teacher)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3442396"/>
                  </a:ext>
                </a:extLst>
              </a:tr>
              <a:tr h="82426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평가 구조</a:t>
                      </a:r>
                      <a:endParaRPr lang="en-US" sz="1400" b="1" dirty="0">
                        <a:latin typeface="+mn-ea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+mn-ea"/>
                          <a:ea typeface="+mn-ea"/>
                        </a:rPr>
                        <a:t>Teacher / Student(KD) / Student(FT) / Student(Base)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4188333"/>
                  </a:ext>
                </a:extLst>
              </a:tr>
            </a:tbl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A70505D-13B1-B4C3-C8CC-64340F9094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217371"/>
              </p:ext>
            </p:extLst>
          </p:nvPr>
        </p:nvGraphicFramePr>
        <p:xfrm>
          <a:off x="7665526" y="1510163"/>
          <a:ext cx="9803422" cy="4665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062C0E-587B-AF40-2219-B9143EB161F4}"/>
              </a:ext>
            </a:extLst>
          </p:cNvPr>
          <p:cNvSpPr txBox="1"/>
          <p:nvPr/>
        </p:nvSpPr>
        <p:spPr>
          <a:xfrm>
            <a:off x="7665525" y="2328843"/>
            <a:ext cx="9803421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bg1"/>
                </a:solidFill>
                <a:latin typeface="+mn-ea"/>
                <a:cs typeface="Poppins Bold" panose="00000800000000000000" charset="0"/>
              </a:rPr>
              <a:t>4-Way </a:t>
            </a:r>
            <a:r>
              <a:rPr lang="ko-KR" altLang="en-US" sz="1800" b="1" dirty="0">
                <a:solidFill>
                  <a:schemeClr val="bg1"/>
                </a:solidFill>
                <a:latin typeface="+mn-ea"/>
                <a:cs typeface="Poppins Bold" panose="00000800000000000000" charset="0"/>
              </a:rPr>
              <a:t>비교 프레임워크</a:t>
            </a:r>
            <a:endParaRPr 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E6DF4-4A10-3282-D3B3-8E5079A4A7B7}"/>
              </a:ext>
            </a:extLst>
          </p:cNvPr>
          <p:cNvSpPr txBox="1"/>
          <p:nvPr/>
        </p:nvSpPr>
        <p:spPr>
          <a:xfrm>
            <a:off x="533400" y="2338366"/>
            <a:ext cx="600671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Malgun Gothic (Body)"/>
                <a:ea typeface="Malgun Gothic" panose="020B0503020000020004" pitchFamily="34" charset="-127"/>
              </a:rPr>
              <a:t>실험</a:t>
            </a:r>
            <a:endParaRPr lang="en-US" b="1" dirty="0">
              <a:latin typeface="Malgun Gothic (Body)"/>
              <a:ea typeface="Malgun Gothic" panose="020B05030200000200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83262-E80D-05E4-031E-533A817DC124}"/>
              </a:ext>
            </a:extLst>
          </p:cNvPr>
          <p:cNvSpPr txBox="1"/>
          <p:nvPr/>
        </p:nvSpPr>
        <p:spPr>
          <a:xfrm>
            <a:off x="1169723" y="142616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Malgun Gothic (Body)"/>
              </a:rPr>
              <a:t>5.1 </a:t>
            </a:r>
            <a:r>
              <a:rPr lang="ko-KR" altLang="en-US" b="1" dirty="0">
                <a:latin typeface="Malgun Gothic (Body)"/>
              </a:rPr>
              <a:t>실험 설계</a:t>
            </a:r>
            <a:endParaRPr lang="en-US" b="1" dirty="0">
              <a:latin typeface="Malgun Gothic (Body)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8686D32-0EF4-6499-6D58-016C54658D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459414"/>
              </p:ext>
            </p:extLst>
          </p:nvPr>
        </p:nvGraphicFramePr>
        <p:xfrm>
          <a:off x="7933492" y="7303570"/>
          <a:ext cx="9266130" cy="2238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4" name="Arrow: Right 13">
            <a:extLst>
              <a:ext uri="{FF2B5EF4-FFF2-40B4-BE49-F238E27FC236}">
                <a16:creationId xmlns:a16="http://schemas.microsoft.com/office/drawing/2014/main" id="{849BCC2B-E97F-7340-0009-51F9B1727161}"/>
              </a:ext>
            </a:extLst>
          </p:cNvPr>
          <p:cNvSpPr/>
          <p:nvPr/>
        </p:nvSpPr>
        <p:spPr>
          <a:xfrm rot="5400000">
            <a:off x="11823402" y="5136961"/>
            <a:ext cx="1486309" cy="13073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45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DA29D-CA40-C4DC-BEB8-145F9783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4F234-F65C-E216-E2F5-F9664674E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510" y="369116"/>
            <a:ext cx="17457490" cy="1342239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>
                <a:latin typeface="Malgun Gothic (Body)"/>
                <a:ea typeface="+mn-ea"/>
                <a:cs typeface="Poppins Bold" panose="00000800000000000000" charset="0"/>
              </a:rPr>
              <a:t>5. </a:t>
            </a:r>
            <a:r>
              <a:rPr lang="ko-KR" altLang="en-US" sz="3600" b="1" dirty="0">
                <a:latin typeface="Malgun Gothic (Body)"/>
                <a:ea typeface="+mn-ea"/>
                <a:cs typeface="Poppins Bold" panose="00000800000000000000" charset="0"/>
              </a:rPr>
              <a:t>구현 현황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C0CC5F-11BE-8DFD-F4FA-4B7C974A2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10707"/>
              </p:ext>
            </p:extLst>
          </p:nvPr>
        </p:nvGraphicFramePr>
        <p:xfrm>
          <a:off x="553716" y="2252797"/>
          <a:ext cx="7857458" cy="341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494">
                  <a:extLst>
                    <a:ext uri="{9D8B030D-6E8A-4147-A177-3AD203B41FA5}">
                      <a16:colId xmlns:a16="http://schemas.microsoft.com/office/drawing/2014/main" val="370528977"/>
                    </a:ext>
                  </a:extLst>
                </a:gridCol>
                <a:gridCol w="1122494">
                  <a:extLst>
                    <a:ext uri="{9D8B030D-6E8A-4147-A177-3AD203B41FA5}">
                      <a16:colId xmlns:a16="http://schemas.microsoft.com/office/drawing/2014/main" val="4269664184"/>
                    </a:ext>
                  </a:extLst>
                </a:gridCol>
                <a:gridCol w="1122494">
                  <a:extLst>
                    <a:ext uri="{9D8B030D-6E8A-4147-A177-3AD203B41FA5}">
                      <a16:colId xmlns:a16="http://schemas.microsoft.com/office/drawing/2014/main" val="993654360"/>
                    </a:ext>
                  </a:extLst>
                </a:gridCol>
                <a:gridCol w="1122494">
                  <a:extLst>
                    <a:ext uri="{9D8B030D-6E8A-4147-A177-3AD203B41FA5}">
                      <a16:colId xmlns:a16="http://schemas.microsoft.com/office/drawing/2014/main" val="2389571587"/>
                    </a:ext>
                  </a:extLst>
                </a:gridCol>
                <a:gridCol w="1122494">
                  <a:extLst>
                    <a:ext uri="{9D8B030D-6E8A-4147-A177-3AD203B41FA5}">
                      <a16:colId xmlns:a16="http://schemas.microsoft.com/office/drawing/2014/main" val="401366065"/>
                    </a:ext>
                  </a:extLst>
                </a:gridCol>
                <a:gridCol w="1122494">
                  <a:extLst>
                    <a:ext uri="{9D8B030D-6E8A-4147-A177-3AD203B41FA5}">
                      <a16:colId xmlns:a16="http://schemas.microsoft.com/office/drawing/2014/main" val="1366892736"/>
                    </a:ext>
                  </a:extLst>
                </a:gridCol>
                <a:gridCol w="1122494">
                  <a:extLst>
                    <a:ext uri="{9D8B030D-6E8A-4147-A177-3AD203B41FA5}">
                      <a16:colId xmlns:a16="http://schemas.microsoft.com/office/drawing/2014/main" val="4201766437"/>
                    </a:ext>
                  </a:extLst>
                </a:gridCol>
              </a:tblGrid>
              <a:tr h="68326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Exp</a:t>
                      </a:r>
                    </a:p>
                  </a:txBody>
                  <a:tcPr marT="0" marB="0" anchor="ctr"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Teacher FT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α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Epochs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KD PPL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FT PPL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Gap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(KD PPL – </a:t>
                      </a:r>
                    </a:p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FT PPL)</a:t>
                      </a:r>
                    </a:p>
                  </a:txBody>
                  <a:tcPr marT="0" marB="0" anchor="ctr">
                    <a:lnL>
                      <a:noFill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86247"/>
                  </a:ext>
                </a:extLst>
              </a:tr>
              <a:tr h="68326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Malgun Gothic (Body)"/>
                          <a:ea typeface="+mn-ea"/>
                        </a:rPr>
                        <a:t>Exp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03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X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0.3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Malgun Gothic (Body)"/>
                          <a:ea typeface="+mn-ea"/>
                        </a:rPr>
                        <a:t>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48.96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32.56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E0000"/>
                          </a:solidFill>
                          <a:latin typeface="Malgun Gothic (Body)"/>
                          <a:ea typeface="+mn-ea"/>
                        </a:rPr>
                        <a:t>+16.40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73996"/>
                  </a:ext>
                </a:extLst>
              </a:tr>
              <a:tr h="6832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Malgun Gothic (Body)"/>
                          <a:ea typeface="+mn-ea"/>
                        </a:rPr>
                        <a:t>Exp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06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O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Malgun Gothic (Body)"/>
                          <a:ea typeface="+mn-ea"/>
                        </a:rPr>
                        <a:t>0.5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33.00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32.56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Malgun Gothic (Body)"/>
                          <a:ea typeface="+mn-ea"/>
                        </a:rPr>
                        <a:t>+0.44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5573"/>
                  </a:ext>
                </a:extLst>
              </a:tr>
              <a:tr h="6832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Malgun Gothic (Body)"/>
                          <a:ea typeface="+mn-ea"/>
                        </a:rPr>
                        <a:t>Exp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07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O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0.3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5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32.89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32.68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algun Gothic (Body)"/>
                          <a:ea typeface="+mn-ea"/>
                        </a:rPr>
                        <a:t>+0.21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74385"/>
                  </a:ext>
                </a:extLst>
              </a:tr>
              <a:tr h="6832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Malgun Gothic (Body)"/>
                          <a:ea typeface="+mn-ea"/>
                        </a:rPr>
                        <a:t>Exp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08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Malgun Gothic (Body)"/>
                          <a:ea typeface="+mn-ea"/>
                        </a:rPr>
                        <a:t>O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Malgun Gothic (Body)"/>
                          <a:ea typeface="+mn-ea"/>
                        </a:rPr>
                        <a:t>0.2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Malgun Gothic (Body)"/>
                          <a:ea typeface="+mn-ea"/>
                        </a:rPr>
                        <a:t>8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Malgun Gothic (Body)"/>
                          <a:ea typeface="+mn-ea"/>
                        </a:rPr>
                        <a:t>32.44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Malgun Gothic (Body)"/>
                          <a:ea typeface="+mn-ea"/>
                        </a:rPr>
                        <a:t>32.82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Malgun Gothic (Body)"/>
                          <a:ea typeface="+mn-ea"/>
                        </a:rPr>
                        <a:t>-0.38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4423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95600B0-6390-9F15-1738-491034BB0555}"/>
              </a:ext>
            </a:extLst>
          </p:cNvPr>
          <p:cNvSpPr txBox="1"/>
          <p:nvPr/>
        </p:nvSpPr>
        <p:spPr>
          <a:xfrm>
            <a:off x="1169723" y="142616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Malgun Gothic (Body)"/>
              </a:rPr>
              <a:t>5.2 </a:t>
            </a:r>
            <a:r>
              <a:rPr lang="ko-KR" altLang="en-US" b="1" dirty="0">
                <a:latin typeface="Malgun Gothic (Body)"/>
              </a:rPr>
              <a:t>로컬 실험 결과 요약</a:t>
            </a:r>
            <a:endParaRPr lang="en-US" b="1" dirty="0">
              <a:latin typeface="Malgun Gothic (Body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AB778-7A1D-5050-C31D-CE4E1F5890B5}"/>
              </a:ext>
            </a:extLst>
          </p:cNvPr>
          <p:cNvSpPr txBox="1"/>
          <p:nvPr/>
        </p:nvSpPr>
        <p:spPr>
          <a:xfrm>
            <a:off x="533400" y="1797004"/>
            <a:ext cx="787777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Malgun Gothic (Body)"/>
                <a:ea typeface="Malgun Gothic" panose="020B0503020000020004" pitchFamily="34" charset="-127"/>
              </a:rPr>
              <a:t>히스토리</a:t>
            </a:r>
            <a:endParaRPr lang="en-US" b="1" dirty="0">
              <a:solidFill>
                <a:schemeClr val="bg1"/>
              </a:solidFill>
              <a:latin typeface="Malgun Gothic (Body)"/>
              <a:ea typeface="Malgun Gothic" panose="020B05030200000200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F29EFC-B2D3-3206-C303-9965C6C14D04}"/>
              </a:ext>
            </a:extLst>
          </p:cNvPr>
          <p:cNvSpPr txBox="1"/>
          <p:nvPr/>
        </p:nvSpPr>
        <p:spPr>
          <a:xfrm>
            <a:off x="8869682" y="2252797"/>
            <a:ext cx="9144000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1" i="0" dirty="0">
                <a:effectLst/>
                <a:latin typeface="Malgun Gothic (Body)"/>
              </a:rPr>
              <a:t>Teacher Fine-Tuning </a:t>
            </a:r>
            <a:r>
              <a:rPr lang="en-US" b="1" i="0" dirty="0" err="1">
                <a:effectLst/>
                <a:latin typeface="Malgun Gothic (Body)"/>
              </a:rPr>
              <a:t>적용</a:t>
            </a:r>
            <a:r>
              <a:rPr lang="en-US" b="0" i="0" dirty="0">
                <a:effectLst/>
                <a:latin typeface="Malgun Gothic (Body)"/>
              </a:rPr>
              <a:t> (exp03 → exp06)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Malgun Gothic (Body)"/>
              </a:rPr>
              <a:t>Teacher가</a:t>
            </a:r>
            <a:r>
              <a:rPr lang="en-US" b="0" i="0" dirty="0">
                <a:effectLst/>
                <a:latin typeface="Malgun Gothic (Body)"/>
              </a:rPr>
              <a:t> </a:t>
            </a:r>
            <a:r>
              <a:rPr lang="en-US" b="0" i="0" dirty="0" err="1">
                <a:effectLst/>
                <a:latin typeface="Malgun Gothic (Body)"/>
              </a:rPr>
              <a:t>도메인을</a:t>
            </a:r>
            <a:r>
              <a:rPr lang="en-US" b="0" i="0" dirty="0">
                <a:effectLst/>
                <a:latin typeface="Malgun Gothic (Body)"/>
              </a:rPr>
              <a:t> </a:t>
            </a:r>
            <a:r>
              <a:rPr lang="en-US" b="0" i="0" dirty="0" err="1">
                <a:effectLst/>
                <a:latin typeface="Malgun Gothic (Body)"/>
              </a:rPr>
              <a:t>모르면</a:t>
            </a:r>
            <a:r>
              <a:rPr lang="en-US" b="0" i="0" dirty="0">
                <a:effectLst/>
                <a:latin typeface="Malgun Gothic (Body)"/>
              </a:rPr>
              <a:t> soft target </a:t>
            </a:r>
            <a:r>
              <a:rPr lang="en-US" b="0" i="0" dirty="0" err="1">
                <a:effectLst/>
                <a:latin typeface="Malgun Gothic (Body)"/>
              </a:rPr>
              <a:t>자체가</a:t>
            </a:r>
            <a:r>
              <a:rPr lang="en-US" b="0" i="0" dirty="0">
                <a:effectLst/>
                <a:latin typeface="Malgun Gothic (Body)"/>
              </a:rPr>
              <a:t> </a:t>
            </a:r>
            <a:r>
              <a:rPr lang="en-US" b="0" i="0" dirty="0" err="1">
                <a:effectLst/>
                <a:latin typeface="Malgun Gothic (Body)"/>
              </a:rPr>
              <a:t>약함</a:t>
            </a:r>
            <a:r>
              <a:rPr lang="en-US" b="0" i="0" dirty="0">
                <a:effectLst/>
                <a:latin typeface="Malgun Gothic (Body)"/>
              </a:rPr>
              <a:t> </a:t>
            </a:r>
            <a:endParaRPr lang="en-US" dirty="0">
              <a:latin typeface="Malgun Gothic (Body)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algun Gothic (Body)"/>
              </a:rPr>
              <a:t>gap 16 → 0.44 (97% </a:t>
            </a:r>
            <a:r>
              <a:rPr lang="en-US" b="0" i="0" dirty="0" err="1">
                <a:effectLst/>
                <a:latin typeface="Malgun Gothic (Body)"/>
              </a:rPr>
              <a:t>감소</a:t>
            </a:r>
            <a:r>
              <a:rPr lang="en-US" b="0" i="0" dirty="0">
                <a:effectLst/>
                <a:latin typeface="Malgun Gothic (Body)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Malgun Gothic (Body)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1" i="0" dirty="0">
                <a:effectLst/>
                <a:latin typeface="Malgun Gothic (Body)"/>
              </a:rPr>
              <a:t>Soft Target </a:t>
            </a:r>
            <a:r>
              <a:rPr lang="ko-KR" altLang="en-US" b="1" i="0" dirty="0">
                <a:effectLst/>
                <a:latin typeface="Malgun Gothic (Body)"/>
              </a:rPr>
              <a:t>의존도 강화</a:t>
            </a:r>
            <a:r>
              <a:rPr lang="en-US" altLang="ko-KR" dirty="0">
                <a:latin typeface="Malgun Gothic (Body)"/>
              </a:rPr>
              <a:t> </a:t>
            </a:r>
            <a:r>
              <a:rPr lang="en-US" b="0" i="0" dirty="0">
                <a:effectLst/>
                <a:latin typeface="Malgun Gothic (Body)"/>
              </a:rPr>
              <a:t>(exp06 → exp08)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algun Gothic (Body)"/>
              </a:rPr>
              <a:t>soft target </a:t>
            </a:r>
            <a:r>
              <a:rPr lang="en-US" b="0" i="0" dirty="0" err="1">
                <a:effectLst/>
                <a:latin typeface="Malgun Gothic (Body)"/>
              </a:rPr>
              <a:t>비중을</a:t>
            </a:r>
            <a:r>
              <a:rPr lang="en-US" b="0" i="0" dirty="0">
                <a:effectLst/>
                <a:latin typeface="Malgun Gothic (Body)"/>
              </a:rPr>
              <a:t> 50% → 80% 로 </a:t>
            </a:r>
            <a:r>
              <a:rPr lang="en-US" b="0" i="0" dirty="0" err="1">
                <a:effectLst/>
                <a:latin typeface="Malgun Gothic (Body)"/>
              </a:rPr>
              <a:t>키움</a:t>
            </a:r>
            <a:r>
              <a:rPr lang="en-US" b="0" i="0" dirty="0">
                <a:effectLst/>
                <a:latin typeface="Malgun Gothic (Body)"/>
              </a:rPr>
              <a:t> </a:t>
            </a:r>
            <a:endParaRPr lang="en-US" dirty="0">
              <a:latin typeface="Malgun Gothic (Body)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Malgun Gothic (Body)"/>
              </a:rPr>
              <a:t>α</a:t>
            </a:r>
            <a:r>
              <a:rPr lang="ko-KR" altLang="en-US" b="0" i="0" dirty="0">
                <a:effectLst/>
                <a:latin typeface="Malgun Gothic (Body)"/>
              </a:rPr>
              <a:t>를 낮춰 </a:t>
            </a:r>
            <a:r>
              <a:rPr lang="en-US" altLang="ko-KR" b="0" i="0" dirty="0">
                <a:effectLst/>
                <a:latin typeface="Malgun Gothic (Body)"/>
              </a:rPr>
              <a:t>soft target </a:t>
            </a:r>
            <a:r>
              <a:rPr lang="ko-KR" altLang="en-US" b="0" i="0" dirty="0">
                <a:effectLst/>
                <a:latin typeface="Malgun Gothic (Body)"/>
              </a:rPr>
              <a:t>비중을 높일수록 </a:t>
            </a:r>
            <a:r>
              <a:rPr lang="en-US" altLang="ko-KR" b="0" i="0" dirty="0">
                <a:effectLst/>
                <a:latin typeface="Malgun Gothic (Body)"/>
              </a:rPr>
              <a:t>KD</a:t>
            </a:r>
            <a:r>
              <a:rPr lang="ko-KR" altLang="en-US" b="0" i="0" dirty="0">
                <a:effectLst/>
                <a:latin typeface="Malgun Gothic (Body)"/>
              </a:rPr>
              <a:t>와 </a:t>
            </a:r>
            <a:r>
              <a:rPr lang="en-US" altLang="ko-KR" b="0" i="0" dirty="0">
                <a:effectLst/>
                <a:latin typeface="Malgun Gothic (Body)"/>
              </a:rPr>
              <a:t>FT</a:t>
            </a:r>
            <a:r>
              <a:rPr lang="ko-KR" altLang="en-US" b="0" i="0" dirty="0">
                <a:effectLst/>
                <a:latin typeface="Malgun Gothic (Body)"/>
              </a:rPr>
              <a:t>의 </a:t>
            </a:r>
            <a:r>
              <a:rPr lang="en-US" altLang="ko-KR" b="0" i="0" dirty="0">
                <a:effectLst/>
                <a:latin typeface="Malgun Gothic (Body)"/>
              </a:rPr>
              <a:t>gap</a:t>
            </a:r>
            <a:r>
              <a:rPr lang="ko-KR" altLang="en-US" b="0" i="0" dirty="0">
                <a:effectLst/>
                <a:latin typeface="Malgun Gothic (Body)"/>
              </a:rPr>
              <a:t>이 개선되는 경향 확인</a:t>
            </a:r>
            <a:endParaRPr lang="en-US" b="0" i="0" dirty="0">
              <a:effectLst/>
              <a:latin typeface="Malgun Gothic (Body)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Malgun Gothic (Body)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1" i="0" dirty="0" err="1">
                <a:effectLst/>
                <a:latin typeface="Malgun Gothic (Body)"/>
              </a:rPr>
              <a:t>Epochs를</a:t>
            </a:r>
            <a:r>
              <a:rPr lang="en-US" b="1" i="0" dirty="0">
                <a:effectLst/>
                <a:latin typeface="Malgun Gothic (Body)"/>
              </a:rPr>
              <a:t> 3 → 8 로 </a:t>
            </a:r>
            <a:r>
              <a:rPr lang="en-US" b="1" i="0" dirty="0" err="1">
                <a:effectLst/>
                <a:latin typeface="Malgun Gothic (Body)"/>
              </a:rPr>
              <a:t>확장</a:t>
            </a:r>
            <a:r>
              <a:rPr lang="en-US" b="0" i="0" dirty="0">
                <a:effectLst/>
                <a:latin typeface="Malgun Gothic (Body)"/>
              </a:rPr>
              <a:t> (exp06 → exp08)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Malgun Gothic (Body)"/>
              </a:rPr>
              <a:t>FT</a:t>
            </a:r>
            <a:r>
              <a:rPr lang="ko-KR" altLang="en-US" b="0" i="0" dirty="0">
                <a:effectLst/>
                <a:latin typeface="Malgun Gothic (Body)"/>
              </a:rPr>
              <a:t>는 </a:t>
            </a:r>
            <a:r>
              <a:rPr lang="en-US" altLang="ko-KR" b="0" i="0" dirty="0">
                <a:effectLst/>
                <a:latin typeface="Malgun Gothic (Body)"/>
              </a:rPr>
              <a:t>epoch 2 </a:t>
            </a:r>
            <a:r>
              <a:rPr lang="ko-KR" altLang="en-US" b="0" i="0" dirty="0">
                <a:effectLst/>
                <a:latin typeface="Malgun Gothic (Body)"/>
              </a:rPr>
              <a:t>이후 </a:t>
            </a:r>
            <a:r>
              <a:rPr lang="en-US" altLang="ko-KR" b="0" i="0" dirty="0">
                <a:effectLst/>
                <a:latin typeface="Malgun Gothic (Body)"/>
              </a:rPr>
              <a:t>validation loss</a:t>
            </a:r>
            <a:r>
              <a:rPr lang="ko-KR" altLang="en-US" b="0" i="0" dirty="0">
                <a:effectLst/>
                <a:latin typeface="Malgun Gothic (Body)"/>
              </a:rPr>
              <a:t>가 상승하여 과적합 경향을 보임 </a:t>
            </a:r>
            <a:endParaRPr lang="en-US" altLang="ko-KR" b="0" i="0" dirty="0">
              <a:effectLst/>
              <a:latin typeface="Malgun Gothic (Body)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Malgun Gothic (Body)"/>
              </a:rPr>
              <a:t>KD는</a:t>
            </a:r>
            <a:r>
              <a:rPr lang="en-US" b="0" i="0" dirty="0">
                <a:effectLst/>
                <a:latin typeface="Malgun Gothic (Body)"/>
              </a:rPr>
              <a:t> epoch 8까지 </a:t>
            </a:r>
            <a:r>
              <a:rPr lang="en-US" b="0" i="0" dirty="0" err="1">
                <a:effectLst/>
                <a:latin typeface="Malgun Gothic (Body)"/>
              </a:rPr>
              <a:t>수렴</a:t>
            </a:r>
            <a:endParaRPr lang="en-US" b="0" i="0" dirty="0">
              <a:effectLst/>
              <a:latin typeface="Malgun Gothic (Body)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87B3D0A-6908-1BBE-AECC-C8030E2AB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342541"/>
              </p:ext>
            </p:extLst>
          </p:nvPr>
        </p:nvGraphicFramePr>
        <p:xfrm>
          <a:off x="8869681" y="1795496"/>
          <a:ext cx="9143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999">
                  <a:extLst>
                    <a:ext uri="{9D8B030D-6E8A-4147-A177-3AD203B41FA5}">
                      <a16:colId xmlns:a16="http://schemas.microsoft.com/office/drawing/2014/main" val="933407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ko-KR" dirty="0"/>
                        <a:t>KD </a:t>
                      </a:r>
                      <a:r>
                        <a:rPr lang="ko-KR" altLang="en-US" dirty="0"/>
                        <a:t>성능 개선에 영향을 준 세 가지 조건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909967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63F75AEE-F951-448B-3EAB-D96BE15E8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004833"/>
            <a:ext cx="7877772" cy="36360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A7EBAE5-BB95-251B-62D9-E250D30B464C}"/>
              </a:ext>
            </a:extLst>
          </p:cNvPr>
          <p:cNvSpPr txBox="1"/>
          <p:nvPr/>
        </p:nvSpPr>
        <p:spPr>
          <a:xfrm>
            <a:off x="8869681" y="6004833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Student (FT): </a:t>
            </a:r>
            <a:r>
              <a:rPr lang="en-US" altLang="ko-KR" dirty="0">
                <a:latin typeface="+mn-ea"/>
              </a:rPr>
              <a:t>epoch 2</a:t>
            </a:r>
            <a:r>
              <a:rPr lang="ko-KR" altLang="en-US" dirty="0">
                <a:latin typeface="+mn-ea"/>
              </a:rPr>
              <a:t>에서 최저점</a:t>
            </a:r>
            <a:r>
              <a:rPr lang="en-US" altLang="ko-KR" dirty="0">
                <a:latin typeface="+mn-ea"/>
              </a:rPr>
              <a:t>(3.499) </a:t>
            </a:r>
            <a:r>
              <a:rPr lang="ko-KR" altLang="en-US" dirty="0">
                <a:latin typeface="+mn-ea"/>
              </a:rPr>
              <a:t>후 </a:t>
            </a:r>
            <a:r>
              <a:rPr lang="en-US" altLang="ko-KR" dirty="0">
                <a:latin typeface="+mn-ea"/>
              </a:rPr>
              <a:t>8</a:t>
            </a:r>
            <a:r>
              <a:rPr lang="ko-KR" altLang="en-US" dirty="0">
                <a:latin typeface="+mn-ea"/>
              </a:rPr>
              <a:t>까지 지속 상승 </a:t>
            </a:r>
            <a:r>
              <a:rPr lang="en-US" dirty="0">
                <a:latin typeface="+mn-ea"/>
              </a:rPr>
              <a:t>→</a:t>
            </a:r>
            <a:r>
              <a:rPr lang="ko-KR" altLang="en-US" dirty="0">
                <a:latin typeface="+mn-ea"/>
              </a:rPr>
              <a:t> 전형적 과적합</a:t>
            </a:r>
            <a:endParaRPr lang="en-US" altLang="ko-KR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Student (KD): </a:t>
            </a:r>
            <a:r>
              <a:rPr lang="en-US" altLang="ko-KR" dirty="0">
                <a:latin typeface="+mn-ea"/>
              </a:rPr>
              <a:t>epoch 8</a:t>
            </a:r>
            <a:r>
              <a:rPr lang="ko-KR" altLang="en-US" dirty="0">
                <a:latin typeface="+mn-ea"/>
              </a:rPr>
              <a:t>까지 완만히 하강 </a:t>
            </a:r>
            <a:r>
              <a:rPr lang="en-US" dirty="0">
                <a:latin typeface="+mn-ea"/>
              </a:rPr>
              <a:t>→</a:t>
            </a:r>
            <a:r>
              <a:rPr lang="ko-KR" altLang="en-US" dirty="0">
                <a:latin typeface="+mn-ea"/>
              </a:rPr>
              <a:t> 안정적 수렴</a:t>
            </a:r>
            <a:endParaRPr lang="en-US" altLang="ko-KR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epoch 6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dirty="0">
                <a:latin typeface="+mn-ea"/>
              </a:rPr>
              <a:t>KD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FT</a:t>
            </a:r>
            <a:r>
              <a:rPr lang="ko-KR" altLang="en-US" dirty="0">
                <a:latin typeface="+mn-ea"/>
              </a:rPr>
              <a:t>를 추월 </a:t>
            </a:r>
            <a:r>
              <a:rPr lang="en-US" altLang="ko-KR" dirty="0">
                <a:latin typeface="+mn-ea"/>
              </a:rPr>
              <a:t>— </a:t>
            </a:r>
            <a:r>
              <a:rPr lang="ko-KR" altLang="en-US" dirty="0">
                <a:latin typeface="+mn-ea"/>
              </a:rPr>
              <a:t>두 곡선이 가위처럼 교차</a:t>
            </a:r>
            <a:endParaRPr lang="en-US" altLang="ko-KR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r>
              <a:rPr lang="ko-KR" altLang="en-US" b="1" i="1" dirty="0">
                <a:latin typeface="+mn-ea"/>
              </a:rPr>
              <a:t>세 조건이 모두 충족된 </a:t>
            </a:r>
            <a:r>
              <a:rPr lang="en-US" altLang="ko-KR" b="1" i="1" dirty="0">
                <a:latin typeface="+mn-ea"/>
              </a:rPr>
              <a:t>exp08</a:t>
            </a:r>
            <a:r>
              <a:rPr lang="ko-KR" altLang="en-US" b="1" i="1" dirty="0">
                <a:latin typeface="+mn-ea"/>
              </a:rPr>
              <a:t>에서 </a:t>
            </a:r>
            <a:r>
              <a:rPr lang="en-US" altLang="ko-KR" b="1" i="1" dirty="0">
                <a:latin typeface="+mn-ea"/>
              </a:rPr>
              <a:t>KD</a:t>
            </a:r>
            <a:r>
              <a:rPr lang="ko-KR" altLang="en-US" b="1" i="1" dirty="0">
                <a:latin typeface="+mn-ea"/>
              </a:rPr>
              <a:t>가 </a:t>
            </a:r>
            <a:r>
              <a:rPr lang="en-US" altLang="ko-KR" b="1" i="1" dirty="0">
                <a:latin typeface="+mn-ea"/>
              </a:rPr>
              <a:t>FT</a:t>
            </a:r>
            <a:r>
              <a:rPr lang="ko-KR" altLang="en-US" b="1" i="1" dirty="0">
                <a:latin typeface="+mn-ea"/>
              </a:rPr>
              <a:t>보다 낮은 </a:t>
            </a:r>
            <a:r>
              <a:rPr lang="en-US" altLang="ko-KR" b="1" i="1" dirty="0">
                <a:latin typeface="+mn-ea"/>
              </a:rPr>
              <a:t>PPL</a:t>
            </a:r>
            <a:r>
              <a:rPr lang="ko-KR" altLang="en-US" b="1" i="1" dirty="0">
                <a:latin typeface="+mn-ea"/>
              </a:rPr>
              <a:t>을 처음 확인 </a:t>
            </a:r>
            <a:r>
              <a:rPr lang="en-US" altLang="ko-KR" b="1" i="1" dirty="0">
                <a:latin typeface="+mn-ea"/>
              </a:rPr>
              <a:t>(−0.38 PPL)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02C2BA-59C9-4608-3527-51A19D53C584}"/>
              </a:ext>
            </a:extLst>
          </p:cNvPr>
          <p:cNvSpPr txBox="1"/>
          <p:nvPr/>
        </p:nvSpPr>
        <p:spPr>
          <a:xfrm>
            <a:off x="533400" y="9699601"/>
            <a:ext cx="82365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FT</a:t>
            </a:r>
            <a:r>
              <a:rPr lang="ko-KR" altLang="en-US" sz="1200" b="1" dirty="0">
                <a:latin typeface="+mn-ea"/>
              </a:rPr>
              <a:t>는 빠르게 수렴하지만 이후 </a:t>
            </a:r>
            <a:r>
              <a:rPr lang="en-US" altLang="ko-KR" sz="1200" b="1" dirty="0">
                <a:latin typeface="+mn-ea"/>
              </a:rPr>
              <a:t>validation loss</a:t>
            </a:r>
            <a:r>
              <a:rPr lang="ko-KR" altLang="en-US" sz="1200" b="1" dirty="0">
                <a:latin typeface="+mn-ea"/>
              </a:rPr>
              <a:t>가 상승하는 반면</a:t>
            </a:r>
            <a:r>
              <a:rPr lang="en-US" altLang="ko-KR" sz="1200" b="1" dirty="0">
                <a:latin typeface="+mn-ea"/>
              </a:rPr>
              <a:t>, KD</a:t>
            </a:r>
            <a:r>
              <a:rPr lang="ko-KR" altLang="en-US" sz="1200" b="1" dirty="0">
                <a:latin typeface="+mn-ea"/>
              </a:rPr>
              <a:t>는 느리지만 안정적으로 감소하는 경향을 보임</a:t>
            </a:r>
            <a:endParaRPr lang="en-US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601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60CA-9BEB-3255-0B1F-42A097124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68EF5-43BD-D9E9-BB15-12CD64C55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510" y="369116"/>
            <a:ext cx="17457490" cy="1342239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>
                <a:latin typeface="Malgun Gothic (Body)"/>
                <a:ea typeface="+mn-ea"/>
                <a:cs typeface="Poppins Bold" panose="00000800000000000000" charset="0"/>
              </a:rPr>
              <a:t>5. </a:t>
            </a:r>
            <a:r>
              <a:rPr lang="ko-KR" altLang="en-US" sz="3600" b="1" dirty="0">
                <a:latin typeface="Malgun Gothic (Body)"/>
                <a:ea typeface="+mn-ea"/>
                <a:cs typeface="Poppins Bold" panose="00000800000000000000" charset="0"/>
              </a:rPr>
              <a:t>구현 현황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8F4AD-CE19-78A8-7CF8-E986903A031A}"/>
              </a:ext>
            </a:extLst>
          </p:cNvPr>
          <p:cNvSpPr txBox="1"/>
          <p:nvPr/>
        </p:nvSpPr>
        <p:spPr>
          <a:xfrm>
            <a:off x="1169723" y="142616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Malgun Gothic (Body)"/>
              </a:rPr>
              <a:t>5.3 </a:t>
            </a:r>
            <a:r>
              <a:rPr lang="ko-KR" altLang="en-US" b="1" dirty="0">
                <a:latin typeface="Malgun Gothic (Body)"/>
              </a:rPr>
              <a:t>향후 </a:t>
            </a:r>
            <a:r>
              <a:rPr lang="en-US" altLang="ko-KR" b="1" dirty="0">
                <a:latin typeface="Malgun Gothic (Body)"/>
              </a:rPr>
              <a:t>2</a:t>
            </a:r>
            <a:r>
              <a:rPr lang="ko-KR" altLang="en-US" b="1" dirty="0">
                <a:latin typeface="Malgun Gothic (Body)"/>
              </a:rPr>
              <a:t>단계 로드맵</a:t>
            </a:r>
            <a:endParaRPr lang="en-US" b="1" dirty="0">
              <a:latin typeface="Malgun Gothic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26391-CF63-C8B8-A0B9-6713AA965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11433"/>
            <a:ext cx="6132454" cy="3832784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A8A216A-1FEB-13B5-3363-2C45C8817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843097"/>
              </p:ext>
            </p:extLst>
          </p:nvPr>
        </p:nvGraphicFramePr>
        <p:xfrm>
          <a:off x="533400" y="7096333"/>
          <a:ext cx="17292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2324">
                  <a:extLst>
                    <a:ext uri="{9D8B030D-6E8A-4147-A177-3AD203B41FA5}">
                      <a16:colId xmlns:a16="http://schemas.microsoft.com/office/drawing/2014/main" val="933407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dirty="0"/>
                        <a:t>향후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단계 로드맵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90996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F45B8F8-4ED1-CFAE-8B35-0AECCD8E3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12100"/>
              </p:ext>
            </p:extLst>
          </p:nvPr>
        </p:nvGraphicFramePr>
        <p:xfrm>
          <a:off x="7207364" y="2011432"/>
          <a:ext cx="10693173" cy="34567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3613">
                  <a:extLst>
                    <a:ext uri="{9D8B030D-6E8A-4147-A177-3AD203B41FA5}">
                      <a16:colId xmlns:a16="http://schemas.microsoft.com/office/drawing/2014/main" val="370528977"/>
                    </a:ext>
                  </a:extLst>
                </a:gridCol>
                <a:gridCol w="1313199">
                  <a:extLst>
                    <a:ext uri="{9D8B030D-6E8A-4147-A177-3AD203B41FA5}">
                      <a16:colId xmlns:a16="http://schemas.microsoft.com/office/drawing/2014/main" val="4269664184"/>
                    </a:ext>
                  </a:extLst>
                </a:gridCol>
                <a:gridCol w="8426361">
                  <a:extLst>
                    <a:ext uri="{9D8B030D-6E8A-4147-A177-3AD203B41FA5}">
                      <a16:colId xmlns:a16="http://schemas.microsoft.com/office/drawing/2014/main" val="3808899497"/>
                    </a:ext>
                  </a:extLst>
                </a:gridCol>
              </a:tblGrid>
              <a:tr h="5821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항목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로컬 한계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GPU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센터 활용 방향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86247"/>
                  </a:ext>
                </a:extLst>
              </a:tr>
              <a:tr h="9581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데이터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Malgun Gothic (Body)"/>
                          <a:ea typeface="+mn-ea"/>
                        </a:rPr>
                        <a:t>WikiText-2 (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소규모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영어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)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대규모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한국어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/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도메인 데이터로 확장 학습 → 도메인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언어 일반화 검증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73996"/>
                  </a:ext>
                </a:extLst>
              </a:tr>
              <a:tr h="958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환경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Malgun Gothic (Body)"/>
                          <a:ea typeface="+mn-ea"/>
                        </a:rPr>
                        <a:t>Apple MPS · batch=4 </a:t>
                      </a:r>
                      <a:r>
                        <a:rPr lang="ko-KR" altLang="en-US" sz="1400" b="0">
                          <a:latin typeface="Malgun Gothic (Body)"/>
                          <a:ea typeface="+mn-ea"/>
                        </a:rPr>
                        <a:t>소규모 실험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서버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GPU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로 더 큰 모델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배치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·epoch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확장 → 스케일업 후 결론 재확인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5573"/>
                  </a:ext>
                </a:extLst>
              </a:tr>
              <a:tr h="958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신뢰도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단일 실행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마진 약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1%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다중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seed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반복 측정으로 평균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±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편차 산출 → 통계적 유의성 확보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7438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AD81376-3EC3-6D85-6A5E-668F5E6C0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489350"/>
              </p:ext>
            </p:extLst>
          </p:nvPr>
        </p:nvGraphicFramePr>
        <p:xfrm>
          <a:off x="533400" y="7589786"/>
          <a:ext cx="8083296" cy="21188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83296">
                  <a:extLst>
                    <a:ext uri="{9D8B030D-6E8A-4147-A177-3AD203B41FA5}">
                      <a16:colId xmlns:a16="http://schemas.microsoft.com/office/drawing/2014/main" val="3808899497"/>
                    </a:ext>
                  </a:extLst>
                </a:gridCol>
              </a:tblGrid>
              <a:tr h="52971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Phase 1. GPU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센터 기반 재검증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86247"/>
                  </a:ext>
                </a:extLst>
              </a:tr>
              <a:tr h="529719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GPU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센터로 코드 이식 → 제약 없는 환경에서 동일 조건 재현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73996"/>
                  </a:ext>
                </a:extLst>
              </a:tr>
              <a:tr h="52971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다중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seed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반복 측정으로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KD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효과의 통계적 유의성 확보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5573"/>
                  </a:ext>
                </a:extLst>
              </a:tr>
              <a:tr h="52971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더 큰 모델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데이터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·epoch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로 확장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+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하이퍼파라미터 민감도 분석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7438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71EF207-EDAA-3C4A-522D-C15BB1D64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833966"/>
              </p:ext>
            </p:extLst>
          </p:nvPr>
        </p:nvGraphicFramePr>
        <p:xfrm>
          <a:off x="9745754" y="7589786"/>
          <a:ext cx="8079970" cy="264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79970">
                  <a:extLst>
                    <a:ext uri="{9D8B030D-6E8A-4147-A177-3AD203B41FA5}">
                      <a16:colId xmlns:a16="http://schemas.microsoft.com/office/drawing/2014/main" val="3808899497"/>
                    </a:ext>
                  </a:extLst>
                </a:gridCol>
              </a:tblGrid>
              <a:tr h="52971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Phase 2.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Malgun Gothic (Body)"/>
                          <a:ea typeface="+mn-ea"/>
                        </a:rPr>
                        <a:t>실버케어 적용 전환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86247"/>
                  </a:ext>
                </a:extLst>
              </a:tr>
              <a:tr h="52971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검증된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KD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설정 기반 → 한국어 지원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Teacher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모델 재선정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+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온디바이스 가능한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Student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모델 선정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73996"/>
                  </a:ext>
                </a:extLst>
              </a:tr>
              <a:tr h="52971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실버케어 시나리오 데이터 선정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정제 → 응답 데이터 생성 → 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Student 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학습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5573"/>
                  </a:ext>
                </a:extLst>
              </a:tr>
              <a:tr h="52971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실버케어는 검증된 경량화 모델의 대표 적용 시나리오로 활용</a:t>
                      </a:r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659135"/>
                  </a:ext>
                </a:extLst>
              </a:tr>
              <a:tr h="52971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온디바이스 배포용 프루닝</a:t>
                      </a:r>
                      <a:r>
                        <a:rPr lang="en-US" altLang="ko-KR" sz="1400" b="0" dirty="0">
                          <a:latin typeface="Malgun Gothic (Body)"/>
                          <a:ea typeface="+mn-ea"/>
                        </a:rPr>
                        <a:t>·</a:t>
                      </a:r>
                      <a:r>
                        <a:rPr lang="ko-KR" altLang="en-US" sz="1400" b="0" dirty="0">
                          <a:latin typeface="Malgun Gothic (Body)"/>
                          <a:ea typeface="+mn-ea"/>
                        </a:rPr>
                        <a:t>양자화 적용 및 구동 가능성 검토</a:t>
                      </a:r>
                    </a:p>
                    <a:p>
                      <a:pPr algn="l"/>
                      <a:endParaRPr lang="en-US" sz="1400" b="0" dirty="0">
                        <a:latin typeface="Malgun Gothic (Body)"/>
                        <a:ea typeface="+mn-ea"/>
                      </a:endParaRPr>
                    </a:p>
                  </a:txBody>
                  <a:tcPr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32766"/>
                  </a:ext>
                </a:extLst>
              </a:tr>
            </a:tbl>
          </a:graphicData>
        </a:graphic>
      </p:graphicFrame>
      <p:sp>
        <p:nvSpPr>
          <p:cNvPr id="17" name="Arrow: Right 16">
            <a:extLst>
              <a:ext uri="{FF2B5EF4-FFF2-40B4-BE49-F238E27FC236}">
                <a16:creationId xmlns:a16="http://schemas.microsoft.com/office/drawing/2014/main" id="{9663C873-06CD-B8C4-B752-A5B847CD4936}"/>
              </a:ext>
            </a:extLst>
          </p:cNvPr>
          <p:cNvSpPr/>
          <p:nvPr/>
        </p:nvSpPr>
        <p:spPr>
          <a:xfrm>
            <a:off x="8708091" y="8299861"/>
            <a:ext cx="942942" cy="7106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5D94D3-3A2C-F922-FA23-EEF4F653E9B0}"/>
              </a:ext>
            </a:extLst>
          </p:cNvPr>
          <p:cNvSpPr txBox="1"/>
          <p:nvPr/>
        </p:nvSpPr>
        <p:spPr>
          <a:xfrm>
            <a:off x="7207364" y="6025356"/>
            <a:ext cx="10693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로컬 소규모 실험에서 </a:t>
            </a:r>
            <a:r>
              <a:rPr lang="en-US" altLang="ko-KR" dirty="0"/>
              <a:t>KD</a:t>
            </a:r>
            <a:r>
              <a:rPr lang="ko-KR" altLang="en-US" dirty="0"/>
              <a:t>가 </a:t>
            </a:r>
            <a:r>
              <a:rPr lang="en-US" altLang="ko-KR" dirty="0"/>
              <a:t>FT</a:t>
            </a:r>
            <a:r>
              <a:rPr lang="ko-KR" altLang="en-US" dirty="0"/>
              <a:t>보다 낮은 </a:t>
            </a:r>
            <a:r>
              <a:rPr lang="en-US" altLang="ko-KR" dirty="0"/>
              <a:t>PPL</a:t>
            </a:r>
            <a:r>
              <a:rPr lang="ko-KR" altLang="en-US" dirty="0"/>
              <a:t>을 보이는 조건을 확인했으나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데이터</a:t>
            </a:r>
            <a:r>
              <a:rPr lang="en-US" altLang="ko-KR" dirty="0"/>
              <a:t>·</a:t>
            </a:r>
            <a:r>
              <a:rPr lang="ko-KR" altLang="en-US" dirty="0"/>
              <a:t>환경</a:t>
            </a:r>
            <a:r>
              <a:rPr lang="en-US" altLang="ko-KR" dirty="0"/>
              <a:t>·</a:t>
            </a:r>
            <a:r>
              <a:rPr lang="ko-KR" altLang="en-US" dirty="0"/>
              <a:t>반복 실험 측면의 한계가 있어 </a:t>
            </a:r>
            <a:r>
              <a:rPr lang="en-US" altLang="ko-KR" dirty="0"/>
              <a:t>GPU </a:t>
            </a:r>
            <a:r>
              <a:rPr lang="ko-KR" altLang="en-US" dirty="0"/>
              <a:t>서버 기반 재검증이 필요</a:t>
            </a:r>
            <a:endParaRPr lang="en-US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86D0361-26EB-719D-CCA8-8A9C822A9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120860"/>
              </p:ext>
            </p:extLst>
          </p:nvPr>
        </p:nvGraphicFramePr>
        <p:xfrm>
          <a:off x="7207365" y="5619168"/>
          <a:ext cx="106931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3172">
                  <a:extLst>
                    <a:ext uri="{9D8B030D-6E8A-4147-A177-3AD203B41FA5}">
                      <a16:colId xmlns:a16="http://schemas.microsoft.com/office/drawing/2014/main" val="933407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dirty="0"/>
                        <a:t>현재까지 결론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90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545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591</Words>
  <Application>Microsoft Office PowerPoint</Application>
  <PresentationFormat>Custom</PresentationFormat>
  <Paragraphs>123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Malgun Gothic (Body)</vt:lpstr>
      <vt:lpstr>Arial</vt:lpstr>
      <vt:lpstr>Office Theme</vt:lpstr>
      <vt:lpstr>5. 구현 현황</vt:lpstr>
      <vt:lpstr>5. 구현 현황</vt:lpstr>
      <vt:lpstr>5. 구현 현황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Global Hackathon 2025</dc:title>
  <cp:lastModifiedBy>Yoonpyo Hong</cp:lastModifiedBy>
  <cp:revision>63</cp:revision>
  <dcterms:created xsi:type="dcterms:W3CDTF">2006-08-16T00:00:00Z</dcterms:created>
  <dcterms:modified xsi:type="dcterms:W3CDTF">2026-06-03T15:39:21Z</dcterms:modified>
</cp:coreProperties>
</file>